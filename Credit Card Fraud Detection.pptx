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1" r:id="rId5"/>
    <p:sldId id="260" r:id="rId6"/>
    <p:sldId id="263" r:id="rId7"/>
    <p:sldId id="262"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7B7D92-22FF-467D-9DA2-275D1F93E444}" v="227" dt="2025-11-08T12:01:11.2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41" autoAdjust="0"/>
  </p:normalViewPr>
  <p:slideViewPr>
    <p:cSldViewPr snapToGrid="0">
      <p:cViewPr varScale="1">
        <p:scale>
          <a:sx n="78" d="100"/>
          <a:sy n="78" d="100"/>
        </p:scale>
        <p:origin x="878" y="43"/>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h Mai" userId="84628c9fd1371d28" providerId="LiveId" clId="{768BAB50-7727-481D-9E90-FE8528CF90B9}"/>
    <pc:docChg chg="undo redo custSel addSld delSld modSld">
      <pc:chgData name="Anh Mai" userId="84628c9fd1371d28" providerId="LiveId" clId="{768BAB50-7727-481D-9E90-FE8528CF90B9}" dt="2025-11-08T12:04:38.109" v="4469" actId="1076"/>
      <pc:docMkLst>
        <pc:docMk/>
      </pc:docMkLst>
      <pc:sldChg chg="addSp delSp modSp mod setBg chgLayout">
        <pc:chgData name="Anh Mai" userId="84628c9fd1371d28" providerId="LiveId" clId="{768BAB50-7727-481D-9E90-FE8528CF90B9}" dt="2025-11-08T12:04:38.109" v="4469" actId="1076"/>
        <pc:sldMkLst>
          <pc:docMk/>
          <pc:sldMk cId="2142978871" sldId="256"/>
        </pc:sldMkLst>
        <pc:spChg chg="mod ord">
          <ac:chgData name="Anh Mai" userId="84628c9fd1371d28" providerId="LiveId" clId="{768BAB50-7727-481D-9E90-FE8528CF90B9}" dt="2025-11-08T12:04:25.647" v="4466" actId="1076"/>
          <ac:spMkLst>
            <pc:docMk/>
            <pc:sldMk cId="2142978871" sldId="256"/>
            <ac:spMk id="2" creationId="{CB5C59E5-1BF5-84C0-762D-AB80788AB38C}"/>
          </ac:spMkLst>
        </pc:spChg>
        <pc:spChg chg="add mod ord">
          <ac:chgData name="Anh Mai" userId="84628c9fd1371d28" providerId="LiveId" clId="{768BAB50-7727-481D-9E90-FE8528CF90B9}" dt="2025-11-08T12:04:27.829" v="4467" actId="1076"/>
          <ac:spMkLst>
            <pc:docMk/>
            <pc:sldMk cId="2142978871" sldId="256"/>
            <ac:spMk id="4" creationId="{AAD32D58-69FC-941B-D3C5-D540648C933F}"/>
          </ac:spMkLst>
        </pc:spChg>
        <pc:spChg chg="add del mod">
          <ac:chgData name="Anh Mai" userId="84628c9fd1371d28" providerId="LiveId" clId="{768BAB50-7727-481D-9E90-FE8528CF90B9}" dt="2025-11-08T12:00:11.958" v="4414" actId="478"/>
          <ac:spMkLst>
            <pc:docMk/>
            <pc:sldMk cId="2142978871" sldId="256"/>
            <ac:spMk id="5" creationId="{1C166039-B4BC-4714-2FB6-444DB8427290}"/>
          </ac:spMkLst>
        </pc:spChg>
        <pc:spChg chg="add del">
          <ac:chgData name="Anh Mai" userId="84628c9fd1371d28" providerId="LiveId" clId="{768BAB50-7727-481D-9E90-FE8528CF90B9}" dt="2025-11-08T12:01:48.046" v="4427" actId="26606"/>
          <ac:spMkLst>
            <pc:docMk/>
            <pc:sldMk cId="2142978871" sldId="256"/>
            <ac:spMk id="9" creationId="{35F60170-91B4-45F0-B88B-9C07AEC4642C}"/>
          </ac:spMkLst>
        </pc:spChg>
        <pc:spChg chg="add del">
          <ac:chgData name="Anh Mai" userId="84628c9fd1371d28" providerId="LiveId" clId="{768BAB50-7727-481D-9E90-FE8528CF90B9}" dt="2025-11-08T12:01:48.046" v="4427" actId="26606"/>
          <ac:spMkLst>
            <pc:docMk/>
            <pc:sldMk cId="2142978871" sldId="256"/>
            <ac:spMk id="11" creationId="{2C7D7C94-41C0-4614-8A18-941174D4D2AF}"/>
          </ac:spMkLst>
        </pc:spChg>
        <pc:spChg chg="add del">
          <ac:chgData name="Anh Mai" userId="84628c9fd1371d28" providerId="LiveId" clId="{768BAB50-7727-481D-9E90-FE8528CF90B9}" dt="2025-11-08T12:02:13.049" v="4430" actId="26606"/>
          <ac:spMkLst>
            <pc:docMk/>
            <pc:sldMk cId="2142978871" sldId="256"/>
            <ac:spMk id="24" creationId="{93245F62-CCC4-49E4-B95B-EA6C1E790510}"/>
          </ac:spMkLst>
        </pc:spChg>
        <pc:spChg chg="add del">
          <ac:chgData name="Anh Mai" userId="84628c9fd1371d28" providerId="LiveId" clId="{768BAB50-7727-481D-9E90-FE8528CF90B9}" dt="2025-11-08T12:02:13.049" v="4430" actId="26606"/>
          <ac:spMkLst>
            <pc:docMk/>
            <pc:sldMk cId="2142978871" sldId="256"/>
            <ac:spMk id="26" creationId="{E6C0DD6B-6AA3-448F-9B99-8386295BC1B4}"/>
          </ac:spMkLst>
        </pc:spChg>
        <pc:spChg chg="add">
          <ac:chgData name="Anh Mai" userId="84628c9fd1371d28" providerId="LiveId" clId="{768BAB50-7727-481D-9E90-FE8528CF90B9}" dt="2025-11-08T12:02:13.049" v="4430" actId="26606"/>
          <ac:spMkLst>
            <pc:docMk/>
            <pc:sldMk cId="2142978871" sldId="256"/>
            <ac:spMk id="31" creationId="{5C55F0BA-7D8B-4753-AB68-D54E59A24A9D}"/>
          </ac:spMkLst>
        </pc:spChg>
        <pc:grpChg chg="add del">
          <ac:chgData name="Anh Mai" userId="84628c9fd1371d28" providerId="LiveId" clId="{768BAB50-7727-481D-9E90-FE8528CF90B9}" dt="2025-11-08T12:01:48.046" v="4427" actId="26606"/>
          <ac:grpSpMkLst>
            <pc:docMk/>
            <pc:sldMk cId="2142978871" sldId="256"/>
            <ac:grpSpMk id="17" creationId="{65B3D45F-509E-43F3-B685-A5E78AD0D820}"/>
          </ac:grpSpMkLst>
        </pc:grpChg>
        <pc:picChg chg="add mod ord">
          <ac:chgData name="Anh Mai" userId="84628c9fd1371d28" providerId="LiveId" clId="{768BAB50-7727-481D-9E90-FE8528CF90B9}" dt="2025-11-08T12:04:38.109" v="4469" actId="1076"/>
          <ac:picMkLst>
            <pc:docMk/>
            <pc:sldMk cId="2142978871" sldId="256"/>
            <ac:picMk id="7" creationId="{637F9084-E659-0EAC-457E-50BFD905AA4E}"/>
          </ac:picMkLst>
        </pc:picChg>
        <pc:cxnChg chg="add del">
          <ac:chgData name="Anh Mai" userId="84628c9fd1371d28" providerId="LiveId" clId="{768BAB50-7727-481D-9E90-FE8528CF90B9}" dt="2025-11-08T12:01:48.046" v="4427" actId="26606"/>
          <ac:cxnSpMkLst>
            <pc:docMk/>
            <pc:sldMk cId="2142978871" sldId="256"/>
            <ac:cxnSpMk id="13" creationId="{61F6FBC1-6409-4059-B87B-1BE513242FE6}"/>
          </ac:cxnSpMkLst>
        </pc:cxnChg>
        <pc:cxnChg chg="add del">
          <ac:chgData name="Anh Mai" userId="84628c9fd1371d28" providerId="LiveId" clId="{768BAB50-7727-481D-9E90-FE8528CF90B9}" dt="2025-11-08T12:01:48.046" v="4427" actId="26606"/>
          <ac:cxnSpMkLst>
            <pc:docMk/>
            <pc:sldMk cId="2142978871" sldId="256"/>
            <ac:cxnSpMk id="15" creationId="{E6A98E26-C7DC-48E3-8F50-FBF7F3C50F4C}"/>
          </ac:cxnSpMkLst>
        </pc:cxnChg>
      </pc:sldChg>
      <pc:sldChg chg="addSp delSp modSp new mod modClrScheme chgLayout">
        <pc:chgData name="Anh Mai" userId="84628c9fd1371d28" providerId="LiveId" clId="{768BAB50-7727-481D-9E90-FE8528CF90B9}" dt="2025-11-08T11:46:44.254" v="4273" actId="207"/>
        <pc:sldMkLst>
          <pc:docMk/>
          <pc:sldMk cId="3513740868" sldId="257"/>
        </pc:sldMkLst>
        <pc:spChg chg="add mod">
          <ac:chgData name="Anh Mai" userId="84628c9fd1371d28" providerId="LiveId" clId="{768BAB50-7727-481D-9E90-FE8528CF90B9}" dt="2025-11-07T10:45:27.799" v="1797" actId="1076"/>
          <ac:spMkLst>
            <pc:docMk/>
            <pc:sldMk cId="3513740868" sldId="257"/>
            <ac:spMk id="2" creationId="{9E02672C-5C25-D6ED-C425-FB4621F891CC}"/>
          </ac:spMkLst>
        </pc:spChg>
        <pc:spChg chg="add mod">
          <ac:chgData name="Anh Mai" userId="84628c9fd1371d28" providerId="LiveId" clId="{768BAB50-7727-481D-9E90-FE8528CF90B9}" dt="2025-11-07T10:45:08.387" v="1792" actId="1076"/>
          <ac:spMkLst>
            <pc:docMk/>
            <pc:sldMk cId="3513740868" sldId="257"/>
            <ac:spMk id="3" creationId="{387EB2EF-C812-7604-7DB9-33EE99D6BDB6}"/>
          </ac:spMkLst>
        </pc:spChg>
        <pc:spChg chg="add mod ord">
          <ac:chgData name="Anh Mai" userId="84628c9fd1371d28" providerId="LiveId" clId="{768BAB50-7727-481D-9E90-FE8528CF90B9}" dt="2025-11-08T11:46:07.366" v="4264" actId="207"/>
          <ac:spMkLst>
            <pc:docMk/>
            <pc:sldMk cId="3513740868" sldId="257"/>
            <ac:spMk id="4" creationId="{59218471-7F17-6A9C-EBA1-7AAA78CBC2AB}"/>
          </ac:spMkLst>
        </pc:spChg>
        <pc:spChg chg="add del">
          <ac:chgData name="Anh Mai" userId="84628c9fd1371d28" providerId="LiveId" clId="{768BAB50-7727-481D-9E90-FE8528CF90B9}" dt="2025-11-08T11:46:24.117" v="4266" actId="478"/>
          <ac:spMkLst>
            <pc:docMk/>
            <pc:sldMk cId="3513740868" sldId="257"/>
            <ac:spMk id="5" creationId="{71278883-3CA9-2DCD-E79E-4DD1A17A4694}"/>
          </ac:spMkLst>
        </pc:spChg>
        <pc:spChg chg="add mod ord">
          <ac:chgData name="Anh Mai" userId="84628c9fd1371d28" providerId="LiveId" clId="{768BAB50-7727-481D-9E90-FE8528CF90B9}" dt="2025-11-08T11:46:44.254" v="4273" actId="207"/>
          <ac:spMkLst>
            <pc:docMk/>
            <pc:sldMk cId="3513740868" sldId="257"/>
            <ac:spMk id="6" creationId="{BFBA99F9-9BF5-6E2D-3DAD-508E81895A95}"/>
          </ac:spMkLst>
        </pc:spChg>
        <pc:spChg chg="add mod">
          <ac:chgData name="Anh Mai" userId="84628c9fd1371d28" providerId="LiveId" clId="{768BAB50-7727-481D-9E90-FE8528CF90B9}" dt="2025-11-07T10:29:20.117" v="1631" actId="113"/>
          <ac:spMkLst>
            <pc:docMk/>
            <pc:sldMk cId="3513740868" sldId="257"/>
            <ac:spMk id="7" creationId="{DC269652-1E1D-0E34-8FB2-CB4B84BBD676}"/>
          </ac:spMkLst>
        </pc:spChg>
        <pc:spChg chg="add mod">
          <ac:chgData name="Anh Mai" userId="84628c9fd1371d28" providerId="LiveId" clId="{768BAB50-7727-481D-9E90-FE8528CF90B9}" dt="2025-11-07T10:45:21.046" v="1795" actId="113"/>
          <ac:spMkLst>
            <pc:docMk/>
            <pc:sldMk cId="3513740868" sldId="257"/>
            <ac:spMk id="8" creationId="{A7DA6AB7-A3C3-12C9-46CB-D4BFE681C621}"/>
          </ac:spMkLst>
        </pc:spChg>
      </pc:sldChg>
      <pc:sldChg chg="addSp delSp modSp new del mod">
        <pc:chgData name="Anh Mai" userId="84628c9fd1371d28" providerId="LiveId" clId="{768BAB50-7727-481D-9E90-FE8528CF90B9}" dt="2025-11-07T10:44:40.169" v="1778" actId="2696"/>
        <pc:sldMkLst>
          <pc:docMk/>
          <pc:sldMk cId="524561553" sldId="258"/>
        </pc:sldMkLst>
        <pc:spChg chg="del mod">
          <ac:chgData name="Anh Mai" userId="84628c9fd1371d28" providerId="LiveId" clId="{768BAB50-7727-481D-9E90-FE8528CF90B9}" dt="2025-11-07T10:43:51.324" v="1759" actId="21"/>
          <ac:spMkLst>
            <pc:docMk/>
            <pc:sldMk cId="524561553" sldId="258"/>
            <ac:spMk id="2" creationId="{9E02672C-5C25-D6ED-C425-FB4621F891CC}"/>
          </ac:spMkLst>
        </pc:spChg>
        <pc:spChg chg="del mod">
          <ac:chgData name="Anh Mai" userId="84628c9fd1371d28" providerId="LiveId" clId="{768BAB50-7727-481D-9E90-FE8528CF90B9}" dt="2025-11-07T10:44:37.505" v="1777" actId="21"/>
          <ac:spMkLst>
            <pc:docMk/>
            <pc:sldMk cId="524561553" sldId="258"/>
            <ac:spMk id="3" creationId="{387EB2EF-C812-7604-7DB9-33EE99D6BDB6}"/>
          </ac:spMkLst>
        </pc:spChg>
        <pc:spChg chg="add del mod">
          <ac:chgData name="Anh Mai" userId="84628c9fd1371d28" providerId="LiveId" clId="{768BAB50-7727-481D-9E90-FE8528CF90B9}" dt="2025-11-07T10:43:53.524" v="1760" actId="478"/>
          <ac:spMkLst>
            <pc:docMk/>
            <pc:sldMk cId="524561553" sldId="258"/>
            <ac:spMk id="5" creationId="{4075FFE8-0E79-2405-4392-1FCDD10338AC}"/>
          </ac:spMkLst>
        </pc:spChg>
        <pc:spChg chg="add mod">
          <ac:chgData name="Anh Mai" userId="84628c9fd1371d28" providerId="LiveId" clId="{768BAB50-7727-481D-9E90-FE8528CF90B9}" dt="2025-11-07T10:44:37.505" v="1777" actId="21"/>
          <ac:spMkLst>
            <pc:docMk/>
            <pc:sldMk cId="524561553" sldId="258"/>
            <ac:spMk id="7" creationId="{6F1293AF-599E-8DE6-AF45-4B5E0EBC94BB}"/>
          </ac:spMkLst>
        </pc:spChg>
      </pc:sldChg>
      <pc:sldChg chg="addSp modSp new mod">
        <pc:chgData name="Anh Mai" userId="84628c9fd1371d28" providerId="LiveId" clId="{768BAB50-7727-481D-9E90-FE8528CF90B9}" dt="2025-11-08T11:47:12.026" v="4280" actId="207"/>
        <pc:sldMkLst>
          <pc:docMk/>
          <pc:sldMk cId="976585202" sldId="259"/>
        </pc:sldMkLst>
        <pc:spChg chg="mod">
          <ac:chgData name="Anh Mai" userId="84628c9fd1371d28" providerId="LiveId" clId="{768BAB50-7727-481D-9E90-FE8528CF90B9}" dt="2025-11-06T14:14:55.412" v="984" actId="14100"/>
          <ac:spMkLst>
            <pc:docMk/>
            <pc:sldMk cId="976585202" sldId="259"/>
            <ac:spMk id="2" creationId="{6D9C6BE7-F8D6-8D42-E0BA-0B8E9007DC4A}"/>
          </ac:spMkLst>
        </pc:spChg>
        <pc:spChg chg="mod">
          <ac:chgData name="Anh Mai" userId="84628c9fd1371d28" providerId="LiveId" clId="{768BAB50-7727-481D-9E90-FE8528CF90B9}" dt="2025-11-07T10:45:53.276" v="1801" actId="1076"/>
          <ac:spMkLst>
            <pc:docMk/>
            <pc:sldMk cId="976585202" sldId="259"/>
            <ac:spMk id="3" creationId="{69C2E283-0B91-1A5F-BC48-A34556DEC60F}"/>
          </ac:spMkLst>
        </pc:spChg>
        <pc:spChg chg="add mod ord">
          <ac:chgData name="Anh Mai" userId="84628c9fd1371d28" providerId="LiveId" clId="{768BAB50-7727-481D-9E90-FE8528CF90B9}" dt="2025-11-08T11:47:12.026" v="4280" actId="207"/>
          <ac:spMkLst>
            <pc:docMk/>
            <pc:sldMk cId="976585202" sldId="259"/>
            <ac:spMk id="6" creationId="{A2287A06-5738-0B3D-1000-1E34036C8BF9}"/>
          </ac:spMkLst>
        </pc:spChg>
        <pc:graphicFrameChg chg="add mod modGraphic">
          <ac:chgData name="Anh Mai" userId="84628c9fd1371d28" providerId="LiveId" clId="{768BAB50-7727-481D-9E90-FE8528CF90B9}" dt="2025-11-06T14:15:00.690" v="985" actId="1076"/>
          <ac:graphicFrameMkLst>
            <pc:docMk/>
            <pc:sldMk cId="976585202" sldId="259"/>
            <ac:graphicFrameMk id="4" creationId="{57337DBB-3F69-6710-CB44-A0D86FCC68B4}"/>
          </ac:graphicFrameMkLst>
        </pc:graphicFrameChg>
        <pc:graphicFrameChg chg="add mod modGraphic">
          <ac:chgData name="Anh Mai" userId="84628c9fd1371d28" providerId="LiveId" clId="{768BAB50-7727-481D-9E90-FE8528CF90B9}" dt="2025-11-06T14:15:06.227" v="986" actId="1076"/>
          <ac:graphicFrameMkLst>
            <pc:docMk/>
            <pc:sldMk cId="976585202" sldId="259"/>
            <ac:graphicFrameMk id="5" creationId="{13898D82-798A-6023-FD8C-EE5C0428DA7D}"/>
          </ac:graphicFrameMkLst>
        </pc:graphicFrameChg>
      </pc:sldChg>
      <pc:sldChg chg="addSp delSp modSp new mod">
        <pc:chgData name="Anh Mai" userId="84628c9fd1371d28" providerId="LiveId" clId="{768BAB50-7727-481D-9E90-FE8528CF90B9}" dt="2025-11-08T11:47:49.231" v="4286" actId="1076"/>
        <pc:sldMkLst>
          <pc:docMk/>
          <pc:sldMk cId="1269925943" sldId="260"/>
        </pc:sldMkLst>
        <pc:spChg chg="mod">
          <ac:chgData name="Anh Mai" userId="84628c9fd1371d28" providerId="LiveId" clId="{768BAB50-7727-481D-9E90-FE8528CF90B9}" dt="2025-11-07T09:44:50.721" v="1114" actId="113"/>
          <ac:spMkLst>
            <pc:docMk/>
            <pc:sldMk cId="1269925943" sldId="260"/>
            <ac:spMk id="2" creationId="{E9139975-B8C5-3E5B-4E34-8487382071F0}"/>
          </ac:spMkLst>
        </pc:spChg>
        <pc:spChg chg="add mod ord">
          <ac:chgData name="Anh Mai" userId="84628c9fd1371d28" providerId="LiveId" clId="{768BAB50-7727-481D-9E90-FE8528CF90B9}" dt="2025-11-08T11:47:42.050" v="4285" actId="207"/>
          <ac:spMkLst>
            <pc:docMk/>
            <pc:sldMk cId="1269925943" sldId="260"/>
            <ac:spMk id="4" creationId="{E93DDE88-ABC3-B11B-68ED-303E29E48AC5}"/>
          </ac:spMkLst>
        </pc:spChg>
        <pc:spChg chg="add mod">
          <ac:chgData name="Anh Mai" userId="84628c9fd1371d28" providerId="LiveId" clId="{768BAB50-7727-481D-9E90-FE8528CF90B9}" dt="2025-11-07T09:44:39.816" v="1112" actId="14100"/>
          <ac:spMkLst>
            <pc:docMk/>
            <pc:sldMk cId="1269925943" sldId="260"/>
            <ac:spMk id="5" creationId="{67A19A30-2EBC-1FBF-8623-EA4D18CCAB4D}"/>
          </ac:spMkLst>
        </pc:spChg>
        <pc:spChg chg="add del mod">
          <ac:chgData name="Anh Mai" userId="84628c9fd1371d28" providerId="LiveId" clId="{768BAB50-7727-481D-9E90-FE8528CF90B9}" dt="2025-11-07T10:21:07.948" v="1513" actId="478"/>
          <ac:spMkLst>
            <pc:docMk/>
            <pc:sldMk cId="1269925943" sldId="260"/>
            <ac:spMk id="8" creationId="{0B59FC11-965A-9607-8078-13162CFE1CB5}"/>
          </ac:spMkLst>
        </pc:spChg>
        <pc:spChg chg="add del">
          <ac:chgData name="Anh Mai" userId="84628c9fd1371d28" providerId="LiveId" clId="{768BAB50-7727-481D-9E90-FE8528CF90B9}" dt="2025-11-07T09:47:51.058" v="1147" actId="22"/>
          <ac:spMkLst>
            <pc:docMk/>
            <pc:sldMk cId="1269925943" sldId="260"/>
            <ac:spMk id="11" creationId="{28063239-D712-DB35-0FDF-72AF50F9C0E2}"/>
          </ac:spMkLst>
        </pc:spChg>
        <pc:spChg chg="add del mod">
          <ac:chgData name="Anh Mai" userId="84628c9fd1371d28" providerId="LiveId" clId="{768BAB50-7727-481D-9E90-FE8528CF90B9}" dt="2025-11-07T10:21:10.794" v="1515" actId="478"/>
          <ac:spMkLst>
            <pc:docMk/>
            <pc:sldMk cId="1269925943" sldId="260"/>
            <ac:spMk id="13" creationId="{C2E8760B-6779-0DBB-61B4-0FE32248A33A}"/>
          </ac:spMkLst>
        </pc:spChg>
        <pc:spChg chg="add del mod">
          <ac:chgData name="Anh Mai" userId="84628c9fd1371d28" providerId="LiveId" clId="{768BAB50-7727-481D-9E90-FE8528CF90B9}" dt="2025-11-07T10:36:14.696" v="1703" actId="478"/>
          <ac:spMkLst>
            <pc:docMk/>
            <pc:sldMk cId="1269925943" sldId="260"/>
            <ac:spMk id="16" creationId="{CC08A969-4DBE-8CA1-CB15-CEA28629DAAF}"/>
          </ac:spMkLst>
        </pc:spChg>
        <pc:picChg chg="add mod">
          <ac:chgData name="Anh Mai" userId="84628c9fd1371d28" providerId="LiveId" clId="{768BAB50-7727-481D-9E90-FE8528CF90B9}" dt="2025-11-08T11:47:49.231" v="4286" actId="1076"/>
          <ac:picMkLst>
            <pc:docMk/>
            <pc:sldMk cId="1269925943" sldId="260"/>
            <ac:picMk id="3" creationId="{76785008-D875-5CE2-B99F-CD26FCD68AED}"/>
          </ac:picMkLst>
        </pc:picChg>
        <pc:picChg chg="add del mod">
          <ac:chgData name="Anh Mai" userId="84628c9fd1371d28" providerId="LiveId" clId="{768BAB50-7727-481D-9E90-FE8528CF90B9}" dt="2025-11-07T10:21:05.371" v="1512" actId="478"/>
          <ac:picMkLst>
            <pc:docMk/>
            <pc:sldMk cId="1269925943" sldId="260"/>
            <ac:picMk id="6" creationId="{055391F7-B3FD-2FDE-827F-CED6FC6D8DA4}"/>
          </ac:picMkLst>
        </pc:picChg>
        <pc:picChg chg="add del mod">
          <ac:chgData name="Anh Mai" userId="84628c9fd1371d28" providerId="LiveId" clId="{768BAB50-7727-481D-9E90-FE8528CF90B9}" dt="2025-11-07T10:21:08.946" v="1514" actId="478"/>
          <ac:picMkLst>
            <pc:docMk/>
            <pc:sldMk cId="1269925943" sldId="260"/>
            <ac:picMk id="9" creationId="{7CC6CAB4-F64C-1B11-F3EA-21E8FA6C6CFB}"/>
          </ac:picMkLst>
        </pc:picChg>
        <pc:picChg chg="add del mod">
          <ac:chgData name="Anh Mai" userId="84628c9fd1371d28" providerId="LiveId" clId="{768BAB50-7727-481D-9E90-FE8528CF90B9}" dt="2025-11-07T10:36:12.915" v="1702" actId="478"/>
          <ac:picMkLst>
            <pc:docMk/>
            <pc:sldMk cId="1269925943" sldId="260"/>
            <ac:picMk id="14" creationId="{D4465A67-D2EF-5E5A-47D8-5AEC349002E3}"/>
          </ac:picMkLst>
        </pc:picChg>
        <pc:picChg chg="add mod">
          <ac:chgData name="Anh Mai" userId="84628c9fd1371d28" providerId="LiveId" clId="{768BAB50-7727-481D-9E90-FE8528CF90B9}" dt="2025-11-07T10:36:52.718" v="1713" actId="1076"/>
          <ac:picMkLst>
            <pc:docMk/>
            <pc:sldMk cId="1269925943" sldId="260"/>
            <ac:picMk id="17" creationId="{F16D6368-8F89-C0AE-F16F-EF4A46AB8AF5}"/>
          </ac:picMkLst>
        </pc:picChg>
      </pc:sldChg>
      <pc:sldChg chg="addSp delSp modSp new mod">
        <pc:chgData name="Anh Mai" userId="84628c9fd1371d28" providerId="LiveId" clId="{768BAB50-7727-481D-9E90-FE8528CF90B9}" dt="2025-11-07T10:47:33.267" v="1824" actId="1076"/>
        <pc:sldMkLst>
          <pc:docMk/>
          <pc:sldMk cId="28009407" sldId="261"/>
        </pc:sldMkLst>
        <pc:spChg chg="mod">
          <ac:chgData name="Anh Mai" userId="84628c9fd1371d28" providerId="LiveId" clId="{768BAB50-7727-481D-9E90-FE8528CF90B9}" dt="2025-11-07T10:18:34.812" v="1482" actId="14100"/>
          <ac:spMkLst>
            <pc:docMk/>
            <pc:sldMk cId="28009407" sldId="261"/>
            <ac:spMk id="2" creationId="{3B8DDE16-2FB3-8ACF-988C-270395303A30}"/>
          </ac:spMkLst>
        </pc:spChg>
        <pc:spChg chg="del">
          <ac:chgData name="Anh Mai" userId="84628c9fd1371d28" providerId="LiveId" clId="{768BAB50-7727-481D-9E90-FE8528CF90B9}" dt="2025-11-07T09:43:56.289" v="1035" actId="478"/>
          <ac:spMkLst>
            <pc:docMk/>
            <pc:sldMk cId="28009407" sldId="261"/>
            <ac:spMk id="3" creationId="{1C9B9823-4AE2-0050-299F-0E6B01C876DD}"/>
          </ac:spMkLst>
        </pc:spChg>
        <pc:graphicFrameChg chg="add mod modGraphic">
          <ac:chgData name="Anh Mai" userId="84628c9fd1371d28" providerId="LiveId" clId="{768BAB50-7727-481D-9E90-FE8528CF90B9}" dt="2025-11-07T10:47:20.246" v="1821" actId="1076"/>
          <ac:graphicFrameMkLst>
            <pc:docMk/>
            <pc:sldMk cId="28009407" sldId="261"/>
            <ac:graphicFrameMk id="4" creationId="{AA5B894E-4B23-52C0-2A20-D41E2D5A5F39}"/>
          </ac:graphicFrameMkLst>
        </pc:graphicFrameChg>
        <pc:graphicFrameChg chg="add mod modGraphic">
          <ac:chgData name="Anh Mai" userId="84628c9fd1371d28" providerId="LiveId" clId="{768BAB50-7727-481D-9E90-FE8528CF90B9}" dt="2025-11-07T10:47:23.040" v="1822" actId="1076"/>
          <ac:graphicFrameMkLst>
            <pc:docMk/>
            <pc:sldMk cId="28009407" sldId="261"/>
            <ac:graphicFrameMk id="5" creationId="{339AC57B-D58E-8AFF-84FE-07ED4F192BE0}"/>
          </ac:graphicFrameMkLst>
        </pc:graphicFrameChg>
        <pc:graphicFrameChg chg="add mod">
          <ac:chgData name="Anh Mai" userId="84628c9fd1371d28" providerId="LiveId" clId="{768BAB50-7727-481D-9E90-FE8528CF90B9}" dt="2025-11-07T09:56:30.811" v="1307"/>
          <ac:graphicFrameMkLst>
            <pc:docMk/>
            <pc:sldMk cId="28009407" sldId="261"/>
            <ac:graphicFrameMk id="6" creationId="{E2C45FB3-6247-C72C-7557-A926363A75AA}"/>
          </ac:graphicFrameMkLst>
        </pc:graphicFrameChg>
        <pc:graphicFrameChg chg="add mod modGraphic">
          <ac:chgData name="Anh Mai" userId="84628c9fd1371d28" providerId="LiveId" clId="{768BAB50-7727-481D-9E90-FE8528CF90B9}" dt="2025-11-07T10:47:26.697" v="1823" actId="1076"/>
          <ac:graphicFrameMkLst>
            <pc:docMk/>
            <pc:sldMk cId="28009407" sldId="261"/>
            <ac:graphicFrameMk id="7" creationId="{5F14369A-EFB0-3084-D315-8C0D13EE14C6}"/>
          </ac:graphicFrameMkLst>
        </pc:graphicFrameChg>
        <pc:graphicFrameChg chg="add mod modGraphic">
          <ac:chgData name="Anh Mai" userId="84628c9fd1371d28" providerId="LiveId" clId="{768BAB50-7727-481D-9E90-FE8528CF90B9}" dt="2025-11-07T10:47:33.267" v="1824" actId="1076"/>
          <ac:graphicFrameMkLst>
            <pc:docMk/>
            <pc:sldMk cId="28009407" sldId="261"/>
            <ac:graphicFrameMk id="8" creationId="{37BDBBC9-C366-DC63-7DFE-52DB7186B9BE}"/>
          </ac:graphicFrameMkLst>
        </pc:graphicFrameChg>
      </pc:sldChg>
      <pc:sldChg chg="addSp delSp modSp new mod">
        <pc:chgData name="Anh Mai" userId="84628c9fd1371d28" providerId="LiveId" clId="{768BAB50-7727-481D-9E90-FE8528CF90B9}" dt="2025-11-08T11:50:51.671" v="4335" actId="1076"/>
        <pc:sldMkLst>
          <pc:docMk/>
          <pc:sldMk cId="2683768326" sldId="262"/>
        </pc:sldMkLst>
        <pc:spChg chg="del">
          <ac:chgData name="Anh Mai" userId="84628c9fd1371d28" providerId="LiveId" clId="{768BAB50-7727-481D-9E90-FE8528CF90B9}" dt="2025-11-07T10:18:48.257" v="1485" actId="478"/>
          <ac:spMkLst>
            <pc:docMk/>
            <pc:sldMk cId="2683768326" sldId="262"/>
            <ac:spMk id="2" creationId="{3850A8BD-2FAC-D164-22C3-7763FC445025}"/>
          </ac:spMkLst>
        </pc:spChg>
        <pc:spChg chg="add mod ord">
          <ac:chgData name="Anh Mai" userId="84628c9fd1371d28" providerId="LiveId" clId="{768BAB50-7727-481D-9E90-FE8528CF90B9}" dt="2025-11-08T11:50:26.446" v="4327" actId="167"/>
          <ac:spMkLst>
            <pc:docMk/>
            <pc:sldMk cId="2683768326" sldId="262"/>
            <ac:spMk id="2" creationId="{D4C0EE6D-EEC3-D2B8-96B8-1C6C79F6AFAD}"/>
          </ac:spMkLst>
        </pc:spChg>
        <pc:spChg chg="add mod ord">
          <ac:chgData name="Anh Mai" userId="84628c9fd1371d28" providerId="LiveId" clId="{768BAB50-7727-481D-9E90-FE8528CF90B9}" dt="2025-11-08T11:50:44.433" v="4333" actId="167"/>
          <ac:spMkLst>
            <pc:docMk/>
            <pc:sldMk cId="2683768326" sldId="262"/>
            <ac:spMk id="3" creationId="{29BFAA13-03EB-ACF4-DE4E-1D200B725E9C}"/>
          </ac:spMkLst>
        </pc:spChg>
        <pc:spChg chg="del">
          <ac:chgData name="Anh Mai" userId="84628c9fd1371d28" providerId="LiveId" clId="{768BAB50-7727-481D-9E90-FE8528CF90B9}" dt="2025-11-07T10:18:45.738" v="1484" actId="478"/>
          <ac:spMkLst>
            <pc:docMk/>
            <pc:sldMk cId="2683768326" sldId="262"/>
            <ac:spMk id="3" creationId="{74A51C55-50D9-6E19-5CA1-FA03FC2CB4E7}"/>
          </ac:spMkLst>
        </pc:spChg>
        <pc:spChg chg="add mod">
          <ac:chgData name="Anh Mai" userId="84628c9fd1371d28" providerId="LiveId" clId="{768BAB50-7727-481D-9E90-FE8528CF90B9}" dt="2025-11-07T10:20:10.880" v="1501" actId="1076"/>
          <ac:spMkLst>
            <pc:docMk/>
            <pc:sldMk cId="2683768326" sldId="262"/>
            <ac:spMk id="6" creationId="{3B139B8E-F79F-C636-8244-341B9CE74744}"/>
          </ac:spMkLst>
        </pc:spChg>
        <pc:spChg chg="add mod">
          <ac:chgData name="Anh Mai" userId="84628c9fd1371d28" providerId="LiveId" clId="{768BAB50-7727-481D-9E90-FE8528CF90B9}" dt="2025-11-08T11:50:51.671" v="4335" actId="1076"/>
          <ac:spMkLst>
            <pc:docMk/>
            <pc:sldMk cId="2683768326" sldId="262"/>
            <ac:spMk id="9" creationId="{CEF07434-72E4-4A64-5BFD-B6F2D2DAC952}"/>
          </ac:spMkLst>
        </pc:spChg>
        <pc:picChg chg="add mod">
          <ac:chgData name="Anh Mai" userId="84628c9fd1371d28" providerId="LiveId" clId="{768BAB50-7727-481D-9E90-FE8528CF90B9}" dt="2025-11-07T10:20:12.505" v="1502" actId="1076"/>
          <ac:picMkLst>
            <pc:docMk/>
            <pc:sldMk cId="2683768326" sldId="262"/>
            <ac:picMk id="4" creationId="{75C74F1E-6A3E-6BD9-04C6-59DF2BF01036}"/>
          </ac:picMkLst>
        </pc:picChg>
        <pc:picChg chg="add mod">
          <ac:chgData name="Anh Mai" userId="84628c9fd1371d28" providerId="LiveId" clId="{768BAB50-7727-481D-9E90-FE8528CF90B9}" dt="2025-11-08T11:50:48.265" v="4334" actId="1076"/>
          <ac:picMkLst>
            <pc:docMk/>
            <pc:sldMk cId="2683768326" sldId="262"/>
            <ac:picMk id="7" creationId="{11DDB396-E55E-8351-6700-C48F2BD290E6}"/>
          </ac:picMkLst>
        </pc:picChg>
      </pc:sldChg>
      <pc:sldChg chg="addSp delSp modSp new mod modClrScheme chgLayout">
        <pc:chgData name="Anh Mai" userId="84628c9fd1371d28" providerId="LiveId" clId="{768BAB50-7727-481D-9E90-FE8528CF90B9}" dt="2025-11-08T11:49:59.074" v="4323" actId="167"/>
        <pc:sldMkLst>
          <pc:docMk/>
          <pc:sldMk cId="3528490292" sldId="263"/>
        </pc:sldMkLst>
        <pc:spChg chg="del">
          <ac:chgData name="Anh Mai" userId="84628c9fd1371d28" providerId="LiveId" clId="{768BAB50-7727-481D-9E90-FE8528CF90B9}" dt="2025-11-07T10:22:30.122" v="1536" actId="700"/>
          <ac:spMkLst>
            <pc:docMk/>
            <pc:sldMk cId="3528490292" sldId="263"/>
            <ac:spMk id="2" creationId="{07CA21E9-4BCF-272D-3661-1171E70A2550}"/>
          </ac:spMkLst>
        </pc:spChg>
        <pc:spChg chg="add mod ord">
          <ac:chgData name="Anh Mai" userId="84628c9fd1371d28" providerId="LiveId" clId="{768BAB50-7727-481D-9E90-FE8528CF90B9}" dt="2025-11-08T11:48:58.568" v="4309" actId="208"/>
          <ac:spMkLst>
            <pc:docMk/>
            <pc:sldMk cId="3528490292" sldId="263"/>
            <ac:spMk id="2" creationId="{18DE1E6C-1D89-9AB4-CA79-311ECC9990A9}"/>
          </ac:spMkLst>
        </pc:spChg>
        <pc:spChg chg="del">
          <ac:chgData name="Anh Mai" userId="84628c9fd1371d28" providerId="LiveId" clId="{768BAB50-7727-481D-9E90-FE8528CF90B9}" dt="2025-11-07T10:22:30.122" v="1536" actId="700"/>
          <ac:spMkLst>
            <pc:docMk/>
            <pc:sldMk cId="3528490292" sldId="263"/>
            <ac:spMk id="3" creationId="{A408A01C-F909-189E-CF8A-3C43E22BF1AB}"/>
          </ac:spMkLst>
        </pc:spChg>
        <pc:spChg chg="add mod ord">
          <ac:chgData name="Anh Mai" userId="84628c9fd1371d28" providerId="LiveId" clId="{768BAB50-7727-481D-9E90-FE8528CF90B9}" dt="2025-11-08T11:49:36.813" v="4317" actId="14100"/>
          <ac:spMkLst>
            <pc:docMk/>
            <pc:sldMk cId="3528490292" sldId="263"/>
            <ac:spMk id="3" creationId="{B12B252B-2D8B-899A-F5FE-E354ECEF2ED2}"/>
          </ac:spMkLst>
        </pc:spChg>
        <pc:spChg chg="add mod ord">
          <ac:chgData name="Anh Mai" userId="84628c9fd1371d28" providerId="LiveId" clId="{768BAB50-7727-481D-9E90-FE8528CF90B9}" dt="2025-11-08T11:49:59.074" v="4323" actId="167"/>
          <ac:spMkLst>
            <pc:docMk/>
            <pc:sldMk cId="3528490292" sldId="263"/>
            <ac:spMk id="6" creationId="{B597C8CF-B2C1-7F0A-63FC-2ED9D024505C}"/>
          </ac:spMkLst>
        </pc:spChg>
        <pc:spChg chg="add mod">
          <ac:chgData name="Anh Mai" userId="84628c9fd1371d28" providerId="LiveId" clId="{768BAB50-7727-481D-9E90-FE8528CF90B9}" dt="2025-11-07T10:24:15.575" v="1566" actId="1076"/>
          <ac:spMkLst>
            <pc:docMk/>
            <pc:sldMk cId="3528490292" sldId="263"/>
            <ac:spMk id="7" creationId="{BAB592B1-5FAD-BDE5-B43B-1085E7F30E2E}"/>
          </ac:spMkLst>
        </pc:spChg>
        <pc:spChg chg="add mod">
          <ac:chgData name="Anh Mai" userId="84628c9fd1371d28" providerId="LiveId" clId="{768BAB50-7727-481D-9E90-FE8528CF90B9}" dt="2025-11-07T10:24:15.575" v="1566" actId="1076"/>
          <ac:spMkLst>
            <pc:docMk/>
            <pc:sldMk cId="3528490292" sldId="263"/>
            <ac:spMk id="8" creationId="{245A8D08-832E-27B8-AC42-5FAA1B107F6F}"/>
          </ac:spMkLst>
        </pc:spChg>
        <pc:spChg chg="add del mod">
          <ac:chgData name="Anh Mai" userId="84628c9fd1371d28" providerId="LiveId" clId="{768BAB50-7727-481D-9E90-FE8528CF90B9}" dt="2025-11-07T10:24:58.149" v="1574" actId="478"/>
          <ac:spMkLst>
            <pc:docMk/>
            <pc:sldMk cId="3528490292" sldId="263"/>
            <ac:spMk id="9" creationId="{CF8F808F-DFFE-CBB7-B36E-0EE1E96D5864}"/>
          </ac:spMkLst>
        </pc:spChg>
        <pc:spChg chg="add del mod">
          <ac:chgData name="Anh Mai" userId="84628c9fd1371d28" providerId="LiveId" clId="{768BAB50-7727-481D-9E90-FE8528CF90B9}" dt="2025-11-07T10:24:55.122" v="1573" actId="478"/>
          <ac:spMkLst>
            <pc:docMk/>
            <pc:sldMk cId="3528490292" sldId="263"/>
            <ac:spMk id="10" creationId="{94E2257C-66E2-A71C-69D2-A743D099081D}"/>
          </ac:spMkLst>
        </pc:spChg>
        <pc:spChg chg="add mod">
          <ac:chgData name="Anh Mai" userId="84628c9fd1371d28" providerId="LiveId" clId="{768BAB50-7727-481D-9E90-FE8528CF90B9}" dt="2025-11-07T10:28:57.686" v="1628" actId="1076"/>
          <ac:spMkLst>
            <pc:docMk/>
            <pc:sldMk cId="3528490292" sldId="263"/>
            <ac:spMk id="12" creationId="{D28C3802-A154-D54F-FB36-DB5B2FDCCFC8}"/>
          </ac:spMkLst>
        </pc:spChg>
        <pc:spChg chg="add del">
          <ac:chgData name="Anh Mai" userId="84628c9fd1371d28" providerId="LiveId" clId="{768BAB50-7727-481D-9E90-FE8528CF90B9}" dt="2025-11-07T10:25:38.678" v="1584" actId="22"/>
          <ac:spMkLst>
            <pc:docMk/>
            <pc:sldMk cId="3528490292" sldId="263"/>
            <ac:spMk id="14" creationId="{0AC953C0-1D85-7745-1959-0959F06632B8}"/>
          </ac:spMkLst>
        </pc:spChg>
        <pc:spChg chg="add mod">
          <ac:chgData name="Anh Mai" userId="84628c9fd1371d28" providerId="LiveId" clId="{768BAB50-7727-481D-9E90-FE8528CF90B9}" dt="2025-11-07T10:28:42.162" v="1622" actId="1076"/>
          <ac:spMkLst>
            <pc:docMk/>
            <pc:sldMk cId="3528490292" sldId="263"/>
            <ac:spMk id="16" creationId="{63E5A973-1CC7-7DC4-B143-088C636C7B42}"/>
          </ac:spMkLst>
        </pc:spChg>
        <pc:spChg chg="add del">
          <ac:chgData name="Anh Mai" userId="84628c9fd1371d28" providerId="LiveId" clId="{768BAB50-7727-481D-9E90-FE8528CF90B9}" dt="2025-11-07T10:27:10.588" v="1605" actId="22"/>
          <ac:spMkLst>
            <pc:docMk/>
            <pc:sldMk cId="3528490292" sldId="263"/>
            <ac:spMk id="19" creationId="{F031191D-CD63-097A-19D1-947CA0AD4DD7}"/>
          </ac:spMkLst>
        </pc:spChg>
        <pc:spChg chg="add mod">
          <ac:chgData name="Anh Mai" userId="84628c9fd1371d28" providerId="LiveId" clId="{768BAB50-7727-481D-9E90-FE8528CF90B9}" dt="2025-11-07T10:27:26.995" v="1620" actId="123"/>
          <ac:spMkLst>
            <pc:docMk/>
            <pc:sldMk cId="3528490292" sldId="263"/>
            <ac:spMk id="21" creationId="{ED961290-DDD3-5A7E-FA7E-E1F4BCD3D251}"/>
          </ac:spMkLst>
        </pc:spChg>
        <pc:picChg chg="add mod">
          <ac:chgData name="Anh Mai" userId="84628c9fd1371d28" providerId="LiveId" clId="{768BAB50-7727-481D-9E90-FE8528CF90B9}" dt="2025-11-08T11:48:21.468" v="4302" actId="1076"/>
          <ac:picMkLst>
            <pc:docMk/>
            <pc:sldMk cId="3528490292" sldId="263"/>
            <ac:picMk id="4" creationId="{167CC4D6-8D92-7A85-36EE-F4945AE558F4}"/>
          </ac:picMkLst>
        </pc:picChg>
        <pc:picChg chg="add mod">
          <ac:chgData name="Anh Mai" userId="84628c9fd1371d28" providerId="LiveId" clId="{768BAB50-7727-481D-9E90-FE8528CF90B9}" dt="2025-11-07T10:29:00.980" v="1630" actId="1076"/>
          <ac:picMkLst>
            <pc:docMk/>
            <pc:sldMk cId="3528490292" sldId="263"/>
            <ac:picMk id="5" creationId="{04C7B622-BEBB-F32A-8D7E-5619ECAF3D72}"/>
          </ac:picMkLst>
        </pc:picChg>
        <pc:picChg chg="add del mod">
          <ac:chgData name="Anh Mai" userId="84628c9fd1371d28" providerId="LiveId" clId="{768BAB50-7727-481D-9E90-FE8528CF90B9}" dt="2025-11-07T10:24:40.907" v="1567" actId="478"/>
          <ac:picMkLst>
            <pc:docMk/>
            <pc:sldMk cId="3528490292" sldId="263"/>
            <ac:picMk id="6" creationId="{36BA523A-F486-B562-3102-3D569528561B}"/>
          </ac:picMkLst>
        </pc:picChg>
        <pc:picChg chg="add mod">
          <ac:chgData name="Anh Mai" userId="84628c9fd1371d28" providerId="LiveId" clId="{768BAB50-7727-481D-9E90-FE8528CF90B9}" dt="2025-11-07T10:28:37.475" v="1621" actId="1076"/>
          <ac:picMkLst>
            <pc:docMk/>
            <pc:sldMk cId="3528490292" sldId="263"/>
            <ac:picMk id="17" creationId="{9AFDE81B-3ED2-3736-D858-8A0FDF2784EB}"/>
          </ac:picMkLst>
        </pc:picChg>
        <pc:picChg chg="add mod">
          <ac:chgData name="Anh Mai" userId="84628c9fd1371d28" providerId="LiveId" clId="{768BAB50-7727-481D-9E90-FE8528CF90B9}" dt="2025-11-07T10:24:15.575" v="1566" actId="1076"/>
          <ac:picMkLst>
            <pc:docMk/>
            <pc:sldMk cId="3528490292" sldId="263"/>
            <ac:picMk id="2049" creationId="{D5F73926-F02B-7616-2AC1-87FBEEE60D69}"/>
          </ac:picMkLst>
        </pc:picChg>
        <pc:picChg chg="add del mod">
          <ac:chgData name="Anh Mai" userId="84628c9fd1371d28" providerId="LiveId" clId="{768BAB50-7727-481D-9E90-FE8528CF90B9}" dt="2025-11-07T10:24:48.426" v="1570" actId="478"/>
          <ac:picMkLst>
            <pc:docMk/>
            <pc:sldMk cId="3528490292" sldId="263"/>
            <ac:picMk id="2052" creationId="{A2AEB544-BC32-C4EC-7A08-81262D50FA46}"/>
          </ac:picMkLst>
        </pc:picChg>
      </pc:sldChg>
      <pc:sldChg chg="addSp delSp modSp new mod modClrScheme chgLayout">
        <pc:chgData name="Anh Mai" userId="84628c9fd1371d28" providerId="LiveId" clId="{768BAB50-7727-481D-9E90-FE8528CF90B9}" dt="2025-11-08T11:51:58.427" v="4348" actId="208"/>
        <pc:sldMkLst>
          <pc:docMk/>
          <pc:sldMk cId="819344636" sldId="264"/>
        </pc:sldMkLst>
        <pc:spChg chg="del">
          <ac:chgData name="Anh Mai" userId="84628c9fd1371d28" providerId="LiveId" clId="{768BAB50-7727-481D-9E90-FE8528CF90B9}" dt="2025-11-07T10:29:43.180" v="1634" actId="700"/>
          <ac:spMkLst>
            <pc:docMk/>
            <pc:sldMk cId="819344636" sldId="264"/>
            <ac:spMk id="2" creationId="{712C696B-CAEF-426F-56B1-6E8199A6E9F0}"/>
          </ac:spMkLst>
        </pc:spChg>
        <pc:spChg chg="add mod ord">
          <ac:chgData name="Anh Mai" userId="84628c9fd1371d28" providerId="LiveId" clId="{768BAB50-7727-481D-9E90-FE8528CF90B9}" dt="2025-11-08T11:51:32.426" v="4340" actId="167"/>
          <ac:spMkLst>
            <pc:docMk/>
            <pc:sldMk cId="819344636" sldId="264"/>
            <ac:spMk id="2" creationId="{EA69D1EA-6BF0-93C6-8916-CEDCBD1AEAD4}"/>
          </ac:spMkLst>
        </pc:spChg>
        <pc:spChg chg="add mod ord">
          <ac:chgData name="Anh Mai" userId="84628c9fd1371d28" providerId="LiveId" clId="{768BAB50-7727-481D-9E90-FE8528CF90B9}" dt="2025-11-08T11:51:58.427" v="4348" actId="208"/>
          <ac:spMkLst>
            <pc:docMk/>
            <pc:sldMk cId="819344636" sldId="264"/>
            <ac:spMk id="3" creationId="{4A5C09DF-CB67-8F32-DF77-3972FAED5F34}"/>
          </ac:spMkLst>
        </pc:spChg>
        <pc:spChg chg="del">
          <ac:chgData name="Anh Mai" userId="84628c9fd1371d28" providerId="LiveId" clId="{768BAB50-7727-481D-9E90-FE8528CF90B9}" dt="2025-11-07T10:29:43.180" v="1634" actId="700"/>
          <ac:spMkLst>
            <pc:docMk/>
            <pc:sldMk cId="819344636" sldId="264"/>
            <ac:spMk id="3" creationId="{96743E14-22A4-3D66-A8EF-FE8A253BE9B1}"/>
          </ac:spMkLst>
        </pc:spChg>
        <pc:spChg chg="add del">
          <ac:chgData name="Anh Mai" userId="84628c9fd1371d28" providerId="LiveId" clId="{768BAB50-7727-481D-9E90-FE8528CF90B9}" dt="2025-11-07T10:31:21.859" v="1647" actId="22"/>
          <ac:spMkLst>
            <pc:docMk/>
            <pc:sldMk cId="819344636" sldId="264"/>
            <ac:spMk id="8" creationId="{7B507A04-1BFC-B568-4E2B-7C3FC1E805E6}"/>
          </ac:spMkLst>
        </pc:spChg>
        <pc:spChg chg="add mod">
          <ac:chgData name="Anh Mai" userId="84628c9fd1371d28" providerId="LiveId" clId="{768BAB50-7727-481D-9E90-FE8528CF90B9}" dt="2025-11-07T10:31:41.198" v="1657" actId="1076"/>
          <ac:spMkLst>
            <pc:docMk/>
            <pc:sldMk cId="819344636" sldId="264"/>
            <ac:spMk id="10" creationId="{EA00C2F1-F10E-3061-E090-5794CFFD25EC}"/>
          </ac:spMkLst>
        </pc:spChg>
        <pc:spChg chg="add del">
          <ac:chgData name="Anh Mai" userId="84628c9fd1371d28" providerId="LiveId" clId="{768BAB50-7727-481D-9E90-FE8528CF90B9}" dt="2025-11-07T10:31:57.675" v="1661" actId="22"/>
          <ac:spMkLst>
            <pc:docMk/>
            <pc:sldMk cId="819344636" sldId="264"/>
            <ac:spMk id="12" creationId="{5D972499-1154-BFC2-3E64-A9502CBE6160}"/>
          </ac:spMkLst>
        </pc:spChg>
        <pc:spChg chg="add mod">
          <ac:chgData name="Anh Mai" userId="84628c9fd1371d28" providerId="LiveId" clId="{768BAB50-7727-481D-9E90-FE8528CF90B9}" dt="2025-11-07T10:32:19.680" v="1669" actId="1076"/>
          <ac:spMkLst>
            <pc:docMk/>
            <pc:sldMk cId="819344636" sldId="264"/>
            <ac:spMk id="14" creationId="{9C09BE56-E431-0649-B3D3-229F357819F2}"/>
          </ac:spMkLst>
        </pc:spChg>
        <pc:picChg chg="add mod">
          <ac:chgData name="Anh Mai" userId="84628c9fd1371d28" providerId="LiveId" clId="{768BAB50-7727-481D-9E90-FE8528CF90B9}" dt="2025-11-07T10:30:13.027" v="1636" actId="1076"/>
          <ac:picMkLst>
            <pc:docMk/>
            <pc:sldMk cId="819344636" sldId="264"/>
            <ac:picMk id="4" creationId="{9F38DBB0-8BF0-2D69-ABC1-535EFD160B5E}"/>
          </ac:picMkLst>
        </pc:picChg>
        <pc:picChg chg="add mod">
          <ac:chgData name="Anh Mai" userId="84628c9fd1371d28" providerId="LiveId" clId="{768BAB50-7727-481D-9E90-FE8528CF90B9}" dt="2025-11-07T10:32:08.470" v="1666" actId="1076"/>
          <ac:picMkLst>
            <pc:docMk/>
            <pc:sldMk cId="819344636" sldId="264"/>
            <ac:picMk id="5" creationId="{5B67CA27-B063-F89D-931C-B9B2681784DE}"/>
          </ac:picMkLst>
        </pc:picChg>
        <pc:picChg chg="add mod">
          <ac:chgData name="Anh Mai" userId="84628c9fd1371d28" providerId="LiveId" clId="{768BAB50-7727-481D-9E90-FE8528CF90B9}" dt="2025-11-07T10:30:54.323" v="1645" actId="1076"/>
          <ac:picMkLst>
            <pc:docMk/>
            <pc:sldMk cId="819344636" sldId="264"/>
            <ac:picMk id="6" creationId="{5051EB28-337F-0E33-B3DD-7F39F7371131}"/>
          </ac:picMkLst>
        </pc:picChg>
      </pc:sldChg>
      <pc:sldChg chg="addSp delSp modSp new mod">
        <pc:chgData name="Anh Mai" userId="84628c9fd1371d28" providerId="LiveId" clId="{768BAB50-7727-481D-9E90-FE8528CF90B9}" dt="2025-11-08T11:52:50.202" v="4363" actId="14100"/>
        <pc:sldMkLst>
          <pc:docMk/>
          <pc:sldMk cId="395872040" sldId="265"/>
        </pc:sldMkLst>
        <pc:spChg chg="add del mod ord">
          <ac:chgData name="Anh Mai" userId="84628c9fd1371d28" providerId="LiveId" clId="{768BAB50-7727-481D-9E90-FE8528CF90B9}" dt="2025-11-08T11:52:32.716" v="4357" actId="478"/>
          <ac:spMkLst>
            <pc:docMk/>
            <pc:sldMk cId="395872040" sldId="265"/>
            <ac:spMk id="5" creationId="{56C5A995-2AC4-F550-EFC9-EBFD612921F6}"/>
          </ac:spMkLst>
        </pc:spChg>
        <pc:spChg chg="add mod ord">
          <ac:chgData name="Anh Mai" userId="84628c9fd1371d28" providerId="LiveId" clId="{768BAB50-7727-481D-9E90-FE8528CF90B9}" dt="2025-11-08T11:52:50.202" v="4363" actId="14100"/>
          <ac:spMkLst>
            <pc:docMk/>
            <pc:sldMk cId="395872040" sldId="265"/>
            <ac:spMk id="6" creationId="{312E6407-B324-383A-6049-DBA56CEFF7AC}"/>
          </ac:spMkLst>
        </pc:spChg>
        <pc:spChg chg="add del">
          <ac:chgData name="Anh Mai" userId="84628c9fd1371d28" providerId="LiveId" clId="{768BAB50-7727-481D-9E90-FE8528CF90B9}" dt="2025-11-07T10:37:30.578" v="1715" actId="22"/>
          <ac:spMkLst>
            <pc:docMk/>
            <pc:sldMk cId="395872040" sldId="265"/>
            <ac:spMk id="6" creationId="{97F8FA33-4B21-AA65-4D89-F5DF8250D77A}"/>
          </ac:spMkLst>
        </pc:spChg>
        <pc:spChg chg="add mod">
          <ac:chgData name="Anh Mai" userId="84628c9fd1371d28" providerId="LiveId" clId="{768BAB50-7727-481D-9E90-FE8528CF90B9}" dt="2025-11-07T10:38:38.225" v="1747" actId="404"/>
          <ac:spMkLst>
            <pc:docMk/>
            <pc:sldMk cId="395872040" sldId="265"/>
            <ac:spMk id="8" creationId="{C80FA326-A633-B52C-1781-10BE7F56E17A}"/>
          </ac:spMkLst>
        </pc:spChg>
        <pc:spChg chg="add del">
          <ac:chgData name="Anh Mai" userId="84628c9fd1371d28" providerId="LiveId" clId="{768BAB50-7727-481D-9E90-FE8528CF90B9}" dt="2025-11-07T10:38:06.707" v="1737" actId="22"/>
          <ac:spMkLst>
            <pc:docMk/>
            <pc:sldMk cId="395872040" sldId="265"/>
            <ac:spMk id="10" creationId="{E464CA5F-6074-D3E9-715E-8BC26F48845D}"/>
          </ac:spMkLst>
        </pc:spChg>
        <pc:spChg chg="add mod">
          <ac:chgData name="Anh Mai" userId="84628c9fd1371d28" providerId="LiveId" clId="{768BAB50-7727-481D-9E90-FE8528CF90B9}" dt="2025-11-07T10:38:28.160" v="1746" actId="1076"/>
          <ac:spMkLst>
            <pc:docMk/>
            <pc:sldMk cId="395872040" sldId="265"/>
            <ac:spMk id="12" creationId="{FC9C320F-B301-097C-3D42-68F053D374ED}"/>
          </ac:spMkLst>
        </pc:spChg>
        <pc:picChg chg="add mod">
          <ac:chgData name="Anh Mai" userId="84628c9fd1371d28" providerId="LiveId" clId="{768BAB50-7727-481D-9E90-FE8528CF90B9}" dt="2025-11-07T10:33:59.933" v="1693" actId="1076"/>
          <ac:picMkLst>
            <pc:docMk/>
            <pc:sldMk cId="395872040" sldId="265"/>
            <ac:picMk id="2" creationId="{8C6835FE-C4B9-46A8-7658-FEE545EB91B2}"/>
          </ac:picMkLst>
        </pc:picChg>
        <pc:picChg chg="add mod">
          <ac:chgData name="Anh Mai" userId="84628c9fd1371d28" providerId="LiveId" clId="{768BAB50-7727-481D-9E90-FE8528CF90B9}" dt="2025-11-07T10:34:33.216" v="1698" actId="14100"/>
          <ac:picMkLst>
            <pc:docMk/>
            <pc:sldMk cId="395872040" sldId="265"/>
            <ac:picMk id="3" creationId="{DE3E896B-DB41-ACED-42A6-883DD478347B}"/>
          </ac:picMkLst>
        </pc:picChg>
        <pc:picChg chg="add mod">
          <ac:chgData name="Anh Mai" userId="84628c9fd1371d28" providerId="LiveId" clId="{768BAB50-7727-481D-9E90-FE8528CF90B9}" dt="2025-11-07T10:35:14.903" v="1699" actId="1076"/>
          <ac:picMkLst>
            <pc:docMk/>
            <pc:sldMk cId="395872040" sldId="265"/>
            <ac:picMk id="4" creationId="{0E7AFAA2-2511-6E2E-ABB4-65C22FA4D89C}"/>
          </ac:picMkLst>
        </pc:picChg>
      </pc:sldChg>
      <pc:sldChg chg="addSp delSp modSp new mod modClrScheme chgLayout">
        <pc:chgData name="Anh Mai" userId="84628c9fd1371d28" providerId="LiveId" clId="{768BAB50-7727-481D-9E90-FE8528CF90B9}" dt="2025-11-07T10:55:15.522" v="1922" actId="1076"/>
        <pc:sldMkLst>
          <pc:docMk/>
          <pc:sldMk cId="3182428343" sldId="266"/>
        </pc:sldMkLst>
        <pc:spChg chg="add mod">
          <ac:chgData name="Anh Mai" userId="84628c9fd1371d28" providerId="LiveId" clId="{768BAB50-7727-481D-9E90-FE8528CF90B9}" dt="2025-11-07T10:48:34.328" v="1866" actId="1076"/>
          <ac:spMkLst>
            <pc:docMk/>
            <pc:sldMk cId="3182428343" sldId="266"/>
            <ac:spMk id="2" creationId="{D0C47A1E-A2BC-5FF0-7245-6B909FB2D8EE}"/>
          </ac:spMkLst>
        </pc:spChg>
        <pc:spChg chg="add mod">
          <ac:chgData name="Anh Mai" userId="84628c9fd1371d28" providerId="LiveId" clId="{768BAB50-7727-481D-9E90-FE8528CF90B9}" dt="2025-11-07T10:52:26.985" v="1899" actId="20577"/>
          <ac:spMkLst>
            <pc:docMk/>
            <pc:sldMk cId="3182428343" sldId="266"/>
            <ac:spMk id="4" creationId="{5D27BBBE-D48D-4801-05EC-0649D4980674}"/>
          </ac:spMkLst>
        </pc:spChg>
        <pc:spChg chg="add del mod">
          <ac:chgData name="Anh Mai" userId="84628c9fd1371d28" providerId="LiveId" clId="{768BAB50-7727-481D-9E90-FE8528CF90B9}" dt="2025-11-07T10:50:55.856" v="1879" actId="478"/>
          <ac:spMkLst>
            <pc:docMk/>
            <pc:sldMk cId="3182428343" sldId="266"/>
            <ac:spMk id="6" creationId="{8C6CAEE9-B419-6260-9CB3-946C117354A5}"/>
          </ac:spMkLst>
        </pc:spChg>
        <pc:spChg chg="add mod">
          <ac:chgData name="Anh Mai" userId="84628c9fd1371d28" providerId="LiveId" clId="{768BAB50-7727-481D-9E90-FE8528CF90B9}" dt="2025-11-07T10:55:15.522" v="1922" actId="1076"/>
          <ac:spMkLst>
            <pc:docMk/>
            <pc:sldMk cId="3182428343" sldId="266"/>
            <ac:spMk id="8" creationId="{3EE1EAF1-F53E-BA4F-FD9E-019FA58E96AF}"/>
          </ac:spMkLst>
        </pc:spChg>
      </pc:sldChg>
      <pc:sldChg chg="addSp delSp modSp new mod">
        <pc:chgData name="Anh Mai" userId="84628c9fd1371d28" providerId="LiveId" clId="{768BAB50-7727-481D-9E90-FE8528CF90B9}" dt="2025-11-08T11:53:29.689" v="4369" actId="14100"/>
        <pc:sldMkLst>
          <pc:docMk/>
          <pc:sldMk cId="3995457310" sldId="267"/>
        </pc:sldMkLst>
        <pc:spChg chg="mod">
          <ac:chgData name="Anh Mai" userId="84628c9fd1371d28" providerId="LiveId" clId="{768BAB50-7727-481D-9E90-FE8528CF90B9}" dt="2025-11-07T10:56:10.341" v="1991" actId="1076"/>
          <ac:spMkLst>
            <pc:docMk/>
            <pc:sldMk cId="3995457310" sldId="267"/>
            <ac:spMk id="2" creationId="{9279015D-1877-4F62-B4AA-159378C3B1F8}"/>
          </ac:spMkLst>
        </pc:spChg>
        <pc:spChg chg="add mod ord">
          <ac:chgData name="Anh Mai" userId="84628c9fd1371d28" providerId="LiveId" clId="{768BAB50-7727-481D-9E90-FE8528CF90B9}" dt="2025-11-08T11:53:29.689" v="4369" actId="14100"/>
          <ac:spMkLst>
            <pc:docMk/>
            <pc:sldMk cId="3995457310" sldId="267"/>
            <ac:spMk id="3" creationId="{7E93E3EA-E728-A146-5246-FDAED061F81E}"/>
          </ac:spMkLst>
        </pc:spChg>
        <pc:spChg chg="add mod">
          <ac:chgData name="Anh Mai" userId="84628c9fd1371d28" providerId="LiveId" clId="{768BAB50-7727-481D-9E90-FE8528CF90B9}" dt="2025-11-07T13:25:41.057" v="2048" actId="1076"/>
          <ac:spMkLst>
            <pc:docMk/>
            <pc:sldMk cId="3995457310" sldId="267"/>
            <ac:spMk id="4" creationId="{D81A05BF-80A2-EC8D-EED4-D3D8851BC2EE}"/>
          </ac:spMkLst>
        </pc:spChg>
        <pc:spChg chg="add mod">
          <ac:chgData name="Anh Mai" userId="84628c9fd1371d28" providerId="LiveId" clId="{768BAB50-7727-481D-9E90-FE8528CF90B9}" dt="2025-11-07T13:25:32.983" v="2046" actId="1076"/>
          <ac:spMkLst>
            <pc:docMk/>
            <pc:sldMk cId="3995457310" sldId="267"/>
            <ac:spMk id="8" creationId="{4F2D7FDA-EAAF-C883-B9DB-28CF8EDE1864}"/>
          </ac:spMkLst>
        </pc:spChg>
        <pc:picChg chg="add del mod">
          <ac:chgData name="Anh Mai" userId="84628c9fd1371d28" providerId="LiveId" clId="{768BAB50-7727-481D-9E90-FE8528CF90B9}" dt="2025-11-07T10:57:28.474" v="2003" actId="478"/>
          <ac:picMkLst>
            <pc:docMk/>
            <pc:sldMk cId="3995457310" sldId="267"/>
            <ac:picMk id="5" creationId="{6966FB4F-07AA-8330-2E3C-01EFE28297C7}"/>
          </ac:picMkLst>
        </pc:picChg>
        <pc:picChg chg="add mod">
          <ac:chgData name="Anh Mai" userId="84628c9fd1371d28" providerId="LiveId" clId="{768BAB50-7727-481D-9E90-FE8528CF90B9}" dt="2025-11-07T13:25:34.716" v="2047" actId="1076"/>
          <ac:picMkLst>
            <pc:docMk/>
            <pc:sldMk cId="3995457310" sldId="267"/>
            <ac:picMk id="6" creationId="{7C3AED1B-5DBD-CACA-6142-7EBC9D268869}"/>
          </ac:picMkLst>
        </pc:picChg>
        <pc:picChg chg="add mod">
          <ac:chgData name="Anh Mai" userId="84628c9fd1371d28" providerId="LiveId" clId="{768BAB50-7727-481D-9E90-FE8528CF90B9}" dt="2025-11-07T13:25:28.573" v="2045" actId="1076"/>
          <ac:picMkLst>
            <pc:docMk/>
            <pc:sldMk cId="3995457310" sldId="267"/>
            <ac:picMk id="9" creationId="{14B8E12C-29DE-5A06-227B-76AD75C33121}"/>
          </ac:picMkLst>
        </pc:picChg>
      </pc:sldChg>
      <pc:sldChg chg="addSp delSp modSp new mod">
        <pc:chgData name="Anh Mai" userId="84628c9fd1371d28" providerId="LiveId" clId="{768BAB50-7727-481D-9E90-FE8528CF90B9}" dt="2025-11-08T11:58:03.595" v="4411" actId="1076"/>
        <pc:sldMkLst>
          <pc:docMk/>
          <pc:sldMk cId="1298165883" sldId="268"/>
        </pc:sldMkLst>
        <pc:spChg chg="mod">
          <ac:chgData name="Anh Mai" userId="84628c9fd1371d28" providerId="LiveId" clId="{768BAB50-7727-481D-9E90-FE8528CF90B9}" dt="2025-11-07T10:58:15.908" v="2032" actId="1076"/>
          <ac:spMkLst>
            <pc:docMk/>
            <pc:sldMk cId="1298165883" sldId="268"/>
            <ac:spMk id="2" creationId="{1D936B94-DE7F-CE26-043F-A276C97A9FFD}"/>
          </ac:spMkLst>
        </pc:spChg>
        <pc:spChg chg="add mod">
          <ac:chgData name="Anh Mai" userId="84628c9fd1371d28" providerId="LiveId" clId="{768BAB50-7727-481D-9E90-FE8528CF90B9}" dt="2025-11-08T08:01:01.372" v="2266" actId="20577"/>
          <ac:spMkLst>
            <pc:docMk/>
            <pc:sldMk cId="1298165883" sldId="268"/>
            <ac:spMk id="3" creationId="{5BFB6C5D-DDDD-DF54-416E-610744685167}"/>
          </ac:spMkLst>
        </pc:spChg>
        <pc:spChg chg="add mod">
          <ac:chgData name="Anh Mai" userId="84628c9fd1371d28" providerId="LiveId" clId="{768BAB50-7727-481D-9E90-FE8528CF90B9}" dt="2025-11-08T08:57:55.237" v="3103" actId="1076"/>
          <ac:spMkLst>
            <pc:docMk/>
            <pc:sldMk cId="1298165883" sldId="268"/>
            <ac:spMk id="4" creationId="{AF8BCD01-6D26-77A2-5B27-DE18D5F2C5E8}"/>
          </ac:spMkLst>
        </pc:spChg>
        <pc:spChg chg="add mod">
          <ac:chgData name="Anh Mai" userId="84628c9fd1371d28" providerId="LiveId" clId="{768BAB50-7727-481D-9E90-FE8528CF90B9}" dt="2025-11-08T08:57:37.913" v="3096" actId="1076"/>
          <ac:spMkLst>
            <pc:docMk/>
            <pc:sldMk cId="1298165883" sldId="268"/>
            <ac:spMk id="14" creationId="{C327E937-338C-CAB1-5285-39123B48F53A}"/>
          </ac:spMkLst>
        </pc:spChg>
        <pc:spChg chg="add mod ord">
          <ac:chgData name="Anh Mai" userId="84628c9fd1371d28" providerId="LiveId" clId="{768BAB50-7727-481D-9E90-FE8528CF90B9}" dt="2025-11-08T11:53:54.114" v="4371" actId="167"/>
          <ac:spMkLst>
            <pc:docMk/>
            <pc:sldMk cId="1298165883" sldId="268"/>
            <ac:spMk id="17" creationId="{D25961FF-5589-D129-F5D7-82D46BEBDFA4}"/>
          </ac:spMkLst>
        </pc:spChg>
        <pc:picChg chg="add del mod">
          <ac:chgData name="Anh Mai" userId="84628c9fd1371d28" providerId="LiveId" clId="{768BAB50-7727-481D-9E90-FE8528CF90B9}" dt="2025-11-08T08:56:42.492" v="3085" actId="478"/>
          <ac:picMkLst>
            <pc:docMk/>
            <pc:sldMk cId="1298165883" sldId="268"/>
            <ac:picMk id="6" creationId="{22FE93BD-C83C-6564-6AE8-2AF83E96F9FD}"/>
          </ac:picMkLst>
        </pc:picChg>
        <pc:picChg chg="add mod">
          <ac:chgData name="Anh Mai" userId="84628c9fd1371d28" providerId="LiveId" clId="{768BAB50-7727-481D-9E90-FE8528CF90B9}" dt="2025-11-08T11:58:03.595" v="4411" actId="1076"/>
          <ac:picMkLst>
            <pc:docMk/>
            <pc:sldMk cId="1298165883" sldId="268"/>
            <ac:picMk id="8" creationId="{DA8D0EB8-8241-E9E2-5244-3368FE55A43E}"/>
          </ac:picMkLst>
        </pc:picChg>
        <pc:picChg chg="add mod">
          <ac:chgData name="Anh Mai" userId="84628c9fd1371d28" providerId="LiveId" clId="{768BAB50-7727-481D-9E90-FE8528CF90B9}" dt="2025-11-08T11:57:43.402" v="4408" actId="1076"/>
          <ac:picMkLst>
            <pc:docMk/>
            <pc:sldMk cId="1298165883" sldId="268"/>
            <ac:picMk id="10" creationId="{C4CADB18-9284-88F0-9045-A4222CEB5978}"/>
          </ac:picMkLst>
        </pc:picChg>
        <pc:picChg chg="add mod">
          <ac:chgData name="Anh Mai" userId="84628c9fd1371d28" providerId="LiveId" clId="{768BAB50-7727-481D-9E90-FE8528CF90B9}" dt="2025-11-08T11:57:38.857" v="4407" actId="1076"/>
          <ac:picMkLst>
            <pc:docMk/>
            <pc:sldMk cId="1298165883" sldId="268"/>
            <ac:picMk id="12" creationId="{8CEBE2A6-5EEB-9A88-C58F-B3344D260BC9}"/>
          </ac:picMkLst>
        </pc:picChg>
        <pc:picChg chg="add mod">
          <ac:chgData name="Anh Mai" userId="84628c9fd1371d28" providerId="LiveId" clId="{768BAB50-7727-481D-9E90-FE8528CF90B9}" dt="2025-11-08T08:57:51.217" v="3102" actId="1076"/>
          <ac:picMkLst>
            <pc:docMk/>
            <pc:sldMk cId="1298165883" sldId="268"/>
            <ac:picMk id="16" creationId="{A05A0B91-7E11-21E2-2AF2-4CDEA56A6CB0}"/>
          </ac:picMkLst>
        </pc:picChg>
      </pc:sldChg>
      <pc:sldChg chg="addSp delSp modSp new mod">
        <pc:chgData name="Anh Mai" userId="84628c9fd1371d28" providerId="LiveId" clId="{768BAB50-7727-481D-9E90-FE8528CF90B9}" dt="2025-11-08T11:54:24.581" v="4380" actId="1076"/>
        <pc:sldMkLst>
          <pc:docMk/>
          <pc:sldMk cId="1750951291" sldId="269"/>
        </pc:sldMkLst>
        <pc:spChg chg="mod">
          <ac:chgData name="Anh Mai" userId="84628c9fd1371d28" providerId="LiveId" clId="{768BAB50-7727-481D-9E90-FE8528CF90B9}" dt="2025-11-08T08:32:52.638" v="2716" actId="1076"/>
          <ac:spMkLst>
            <pc:docMk/>
            <pc:sldMk cId="1750951291" sldId="269"/>
            <ac:spMk id="2" creationId="{ADD89816-4EF4-FF78-17C3-64431025CDF0}"/>
          </ac:spMkLst>
        </pc:spChg>
        <pc:spChg chg="add del">
          <ac:chgData name="Anh Mai" userId="84628c9fd1371d28" providerId="LiveId" clId="{768BAB50-7727-481D-9E90-FE8528CF90B9}" dt="2025-11-08T08:33:30.928" v="2724" actId="22"/>
          <ac:spMkLst>
            <pc:docMk/>
            <pc:sldMk cId="1750951291" sldId="269"/>
            <ac:spMk id="6" creationId="{9F332B5F-88F3-AAA6-634C-0C0902AF3C56}"/>
          </ac:spMkLst>
        </pc:spChg>
        <pc:spChg chg="add mod">
          <ac:chgData name="Anh Mai" userId="84628c9fd1371d28" providerId="LiveId" clId="{768BAB50-7727-481D-9E90-FE8528CF90B9}" dt="2025-11-08T08:34:26.866" v="2743" actId="1076"/>
          <ac:spMkLst>
            <pc:docMk/>
            <pc:sldMk cId="1750951291" sldId="269"/>
            <ac:spMk id="8" creationId="{04353173-EE1C-5C74-5D2B-612C2F68E11B}"/>
          </ac:spMkLst>
        </pc:spChg>
        <pc:spChg chg="add mod ord">
          <ac:chgData name="Anh Mai" userId="84628c9fd1371d28" providerId="LiveId" clId="{768BAB50-7727-481D-9E90-FE8528CF90B9}" dt="2025-11-08T11:54:21.241" v="4379" actId="167"/>
          <ac:spMkLst>
            <pc:docMk/>
            <pc:sldMk cId="1750951291" sldId="269"/>
            <ac:spMk id="9" creationId="{3FBFB42A-F719-D9C9-2732-30F016B205B7}"/>
          </ac:spMkLst>
        </pc:spChg>
        <pc:picChg chg="add mod">
          <ac:chgData name="Anh Mai" userId="84628c9fd1371d28" providerId="LiveId" clId="{768BAB50-7727-481D-9E90-FE8528CF90B9}" dt="2025-11-08T11:54:24.581" v="4380" actId="1076"/>
          <ac:picMkLst>
            <pc:docMk/>
            <pc:sldMk cId="1750951291" sldId="269"/>
            <ac:picMk id="4" creationId="{CEA2D7BA-9954-814C-F695-34E33720DE0B}"/>
          </ac:picMkLst>
        </pc:picChg>
      </pc:sldChg>
      <pc:sldChg chg="addSp delSp modSp new mod">
        <pc:chgData name="Anh Mai" userId="84628c9fd1371d28" providerId="LiveId" clId="{768BAB50-7727-481D-9E90-FE8528CF90B9}" dt="2025-11-08T08:54:48.941" v="3075" actId="1076"/>
        <pc:sldMkLst>
          <pc:docMk/>
          <pc:sldMk cId="3563299940" sldId="270"/>
        </pc:sldMkLst>
        <pc:spChg chg="mod">
          <ac:chgData name="Anh Mai" userId="84628c9fd1371d28" providerId="LiveId" clId="{768BAB50-7727-481D-9E90-FE8528CF90B9}" dt="2025-11-08T08:36:09.526" v="2900" actId="1076"/>
          <ac:spMkLst>
            <pc:docMk/>
            <pc:sldMk cId="3563299940" sldId="270"/>
            <ac:spMk id="2" creationId="{746D42D3-29A2-AFDB-EF63-7D0C892FBD58}"/>
          </ac:spMkLst>
        </pc:spChg>
        <pc:spChg chg="add del">
          <ac:chgData name="Anh Mai" userId="84628c9fd1371d28" providerId="LiveId" clId="{768BAB50-7727-481D-9E90-FE8528CF90B9}" dt="2025-11-08T08:50:09.145" v="2902" actId="22"/>
          <ac:spMkLst>
            <pc:docMk/>
            <pc:sldMk cId="3563299940" sldId="270"/>
            <ac:spMk id="4" creationId="{FE8882AC-2C26-F53D-262B-31B5C98E9374}"/>
          </ac:spMkLst>
        </pc:spChg>
        <pc:spChg chg="add del">
          <ac:chgData name="Anh Mai" userId="84628c9fd1371d28" providerId="LiveId" clId="{768BAB50-7727-481D-9E90-FE8528CF90B9}" dt="2025-11-08T08:50:11.545" v="2906" actId="22"/>
          <ac:spMkLst>
            <pc:docMk/>
            <pc:sldMk cId="3563299940" sldId="270"/>
            <ac:spMk id="6" creationId="{6B34A506-178F-98BE-ED19-62A0926033A1}"/>
          </ac:spMkLst>
        </pc:spChg>
        <pc:spChg chg="add mod">
          <ac:chgData name="Anh Mai" userId="84628c9fd1371d28" providerId="LiveId" clId="{768BAB50-7727-481D-9E90-FE8528CF90B9}" dt="2025-11-08T08:54:48.941" v="3075" actId="1076"/>
          <ac:spMkLst>
            <pc:docMk/>
            <pc:sldMk cId="3563299940" sldId="270"/>
            <ac:spMk id="8" creationId="{A15309AD-D367-3403-AE98-9FDDA1AE6CBD}"/>
          </ac:spMkLst>
        </pc:spChg>
        <pc:spChg chg="add del mod">
          <ac:chgData name="Anh Mai" userId="84628c9fd1371d28" providerId="LiveId" clId="{768BAB50-7727-481D-9E90-FE8528CF90B9}" dt="2025-11-08T08:53:01.760" v="3045" actId="21"/>
          <ac:spMkLst>
            <pc:docMk/>
            <pc:sldMk cId="3563299940" sldId="270"/>
            <ac:spMk id="10" creationId="{180A2FF4-1C3D-0347-035D-757CBAC61D70}"/>
          </ac:spMkLst>
        </pc:spChg>
        <pc:picChg chg="add mod">
          <ac:chgData name="Anh Mai" userId="84628c9fd1371d28" providerId="LiveId" clId="{768BAB50-7727-481D-9E90-FE8528CF90B9}" dt="2025-11-08T08:54:43.875" v="3073" actId="1076"/>
          <ac:picMkLst>
            <pc:docMk/>
            <pc:sldMk cId="3563299940" sldId="270"/>
            <ac:picMk id="11" creationId="{D57BFCCB-3B9D-4A06-18E5-8F0B1F176BA1}"/>
          </ac:picMkLst>
        </pc:picChg>
        <pc:picChg chg="add mod">
          <ac:chgData name="Anh Mai" userId="84628c9fd1371d28" providerId="LiveId" clId="{768BAB50-7727-481D-9E90-FE8528CF90B9}" dt="2025-11-08T08:54:42.199" v="3072" actId="1076"/>
          <ac:picMkLst>
            <pc:docMk/>
            <pc:sldMk cId="3563299940" sldId="270"/>
            <ac:picMk id="12" creationId="{C839B10A-B79C-5310-F9FB-2C20C1A04560}"/>
          </ac:picMkLst>
        </pc:picChg>
        <pc:picChg chg="add mod">
          <ac:chgData name="Anh Mai" userId="84628c9fd1371d28" providerId="LiveId" clId="{768BAB50-7727-481D-9E90-FE8528CF90B9}" dt="2025-11-08T08:54:40.682" v="3071" actId="1076"/>
          <ac:picMkLst>
            <pc:docMk/>
            <pc:sldMk cId="3563299940" sldId="270"/>
            <ac:picMk id="13" creationId="{7E7F255B-B232-A908-07A5-83E30CB6E13E}"/>
          </ac:picMkLst>
        </pc:picChg>
      </pc:sldChg>
      <pc:sldChg chg="addSp delSp modSp new mod">
        <pc:chgData name="Anh Mai" userId="84628c9fd1371d28" providerId="LiveId" clId="{768BAB50-7727-481D-9E90-FE8528CF90B9}" dt="2025-11-08T11:56:28.996" v="4405" actId="1076"/>
        <pc:sldMkLst>
          <pc:docMk/>
          <pc:sldMk cId="426644894" sldId="271"/>
        </pc:sldMkLst>
        <pc:spChg chg="del">
          <ac:chgData name="Anh Mai" userId="84628c9fd1371d28" providerId="LiveId" clId="{768BAB50-7727-481D-9E90-FE8528CF90B9}" dt="2025-11-08T08:53:10.036" v="3050" actId="478"/>
          <ac:spMkLst>
            <pc:docMk/>
            <pc:sldMk cId="426644894" sldId="271"/>
            <ac:spMk id="2" creationId="{5A15D5EC-446A-CB6D-200C-8AD85E20181F}"/>
          </ac:spMkLst>
        </pc:spChg>
        <pc:spChg chg="add mod">
          <ac:chgData name="Anh Mai" userId="84628c9fd1371d28" providerId="LiveId" clId="{768BAB50-7727-481D-9E90-FE8528CF90B9}" dt="2025-11-08T11:43:05.107" v="4244" actId="1076"/>
          <ac:spMkLst>
            <pc:docMk/>
            <pc:sldMk cId="426644894" sldId="271"/>
            <ac:spMk id="6" creationId="{B7E3A2C3-B2B1-7888-F439-87A075F70D6C}"/>
          </ac:spMkLst>
        </pc:spChg>
        <pc:spChg chg="add mod">
          <ac:chgData name="Anh Mai" userId="84628c9fd1371d28" providerId="LiveId" clId="{768BAB50-7727-481D-9E90-FE8528CF90B9}" dt="2025-11-08T11:56:24.026" v="4403" actId="13822"/>
          <ac:spMkLst>
            <pc:docMk/>
            <pc:sldMk cId="426644894" sldId="271"/>
            <ac:spMk id="7" creationId="{30C1DFFF-691A-6EC8-26BE-616E3CF90BEA}"/>
          </ac:spMkLst>
        </pc:spChg>
        <pc:spChg chg="add mod">
          <ac:chgData name="Anh Mai" userId="84628c9fd1371d28" providerId="LiveId" clId="{768BAB50-7727-481D-9E90-FE8528CF90B9}" dt="2025-11-08T11:56:03.717" v="4399" actId="1076"/>
          <ac:spMkLst>
            <pc:docMk/>
            <pc:sldMk cId="426644894" sldId="271"/>
            <ac:spMk id="8" creationId="{86CDCAB5-2E77-7B55-7737-89D99A3C8E51}"/>
          </ac:spMkLst>
        </pc:spChg>
        <pc:spChg chg="add mod ord">
          <ac:chgData name="Anh Mai" userId="84628c9fd1371d28" providerId="LiveId" clId="{768BAB50-7727-481D-9E90-FE8528CF90B9}" dt="2025-11-08T11:55:19.463" v="4393" actId="14100"/>
          <ac:spMkLst>
            <pc:docMk/>
            <pc:sldMk cId="426644894" sldId="271"/>
            <ac:spMk id="9" creationId="{232B468C-560A-F7C3-88A8-BB81652AB8BB}"/>
          </ac:spMkLst>
        </pc:spChg>
        <pc:spChg chg="add mod">
          <ac:chgData name="Anh Mai" userId="84628c9fd1371d28" providerId="LiveId" clId="{768BAB50-7727-481D-9E90-FE8528CF90B9}" dt="2025-11-08T11:55:59.879" v="4398" actId="1076"/>
          <ac:spMkLst>
            <pc:docMk/>
            <pc:sldMk cId="426644894" sldId="271"/>
            <ac:spMk id="10" creationId="{180A2FF4-1C3D-0347-035D-757CBAC61D70}"/>
          </ac:spMkLst>
        </pc:spChg>
        <pc:spChg chg="add mod ord">
          <ac:chgData name="Anh Mai" userId="84628c9fd1371d28" providerId="LiveId" clId="{768BAB50-7727-481D-9E90-FE8528CF90B9}" dt="2025-11-08T11:56:07.668" v="4400" actId="14100"/>
          <ac:spMkLst>
            <pc:docMk/>
            <pc:sldMk cId="426644894" sldId="271"/>
            <ac:spMk id="11" creationId="{28569123-F1A9-CB6B-EA34-E5D96180CA9F}"/>
          </ac:spMkLst>
        </pc:spChg>
        <pc:picChg chg="add mod">
          <ac:chgData name="Anh Mai" userId="84628c9fd1371d28" providerId="LiveId" clId="{768BAB50-7727-481D-9E90-FE8528CF90B9}" dt="2025-11-08T11:56:28.996" v="4405" actId="1076"/>
          <ac:picMkLst>
            <pc:docMk/>
            <pc:sldMk cId="426644894" sldId="271"/>
            <ac:picMk id="3" creationId="{B06A3073-1C11-FED0-95AF-35BA37E9B721}"/>
          </ac:picMkLst>
        </pc:picChg>
        <pc:picChg chg="add mod">
          <ac:chgData name="Anh Mai" userId="84628c9fd1371d28" providerId="LiveId" clId="{768BAB50-7727-481D-9E90-FE8528CF90B9}" dt="2025-11-08T11:56:15.165" v="4401" actId="1076"/>
          <ac:picMkLst>
            <pc:docMk/>
            <pc:sldMk cId="426644894" sldId="271"/>
            <ac:picMk id="5" creationId="{511C1D18-D238-F434-FB2D-AA93DCD31FA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5BFAC-D85A-1B9F-7375-71CEA3833A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34511D-A09A-C07A-2A3F-FAEB0E8A30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1299DED-3784-9637-DBA8-56AB8A0DF132}"/>
              </a:ext>
            </a:extLst>
          </p:cNvPr>
          <p:cNvSpPr>
            <a:spLocks noGrp="1"/>
          </p:cNvSpPr>
          <p:nvPr>
            <p:ph type="dt" sz="half" idx="10"/>
          </p:nvPr>
        </p:nvSpPr>
        <p:spPr/>
        <p:txBody>
          <a:bodyPr/>
          <a:lstStyle/>
          <a:p>
            <a:fld id="{4EADB383-82D5-421C-88B4-7E0FCC5E7B51}" type="datetimeFigureOut">
              <a:rPr lang="en-US" smtClean="0"/>
              <a:t>11/8/2025</a:t>
            </a:fld>
            <a:endParaRPr lang="en-US"/>
          </a:p>
        </p:txBody>
      </p:sp>
      <p:sp>
        <p:nvSpPr>
          <p:cNvPr id="5" name="Footer Placeholder 4">
            <a:extLst>
              <a:ext uri="{FF2B5EF4-FFF2-40B4-BE49-F238E27FC236}">
                <a16:creationId xmlns:a16="http://schemas.microsoft.com/office/drawing/2014/main" id="{A6ED4EFB-227C-DCCD-3EB8-06431CF23F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885013-F292-9495-2A91-DAD98DD3B453}"/>
              </a:ext>
            </a:extLst>
          </p:cNvPr>
          <p:cNvSpPr>
            <a:spLocks noGrp="1"/>
          </p:cNvSpPr>
          <p:nvPr>
            <p:ph type="sldNum" sz="quarter" idx="12"/>
          </p:nvPr>
        </p:nvSpPr>
        <p:spPr/>
        <p:txBody>
          <a:bodyPr/>
          <a:lstStyle/>
          <a:p>
            <a:fld id="{C477AEB4-6D33-4808-915B-9771FB9DA3BD}" type="slidenum">
              <a:rPr lang="en-US" smtClean="0"/>
              <a:t>‹#›</a:t>
            </a:fld>
            <a:endParaRPr lang="en-US"/>
          </a:p>
        </p:txBody>
      </p:sp>
    </p:spTree>
    <p:extLst>
      <p:ext uri="{BB962C8B-B14F-4D97-AF65-F5344CB8AC3E}">
        <p14:creationId xmlns:p14="http://schemas.microsoft.com/office/powerpoint/2010/main" val="584321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6D67C-35C5-26BB-DE6E-21F70322ED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86970-A6C9-C298-0D1E-BC5CC49752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AA63D8-85B4-EAB9-039A-1C2541A9961C}"/>
              </a:ext>
            </a:extLst>
          </p:cNvPr>
          <p:cNvSpPr>
            <a:spLocks noGrp="1"/>
          </p:cNvSpPr>
          <p:nvPr>
            <p:ph type="dt" sz="half" idx="10"/>
          </p:nvPr>
        </p:nvSpPr>
        <p:spPr/>
        <p:txBody>
          <a:bodyPr/>
          <a:lstStyle/>
          <a:p>
            <a:fld id="{4EADB383-82D5-421C-88B4-7E0FCC5E7B51}" type="datetimeFigureOut">
              <a:rPr lang="en-US" smtClean="0"/>
              <a:t>11/8/2025</a:t>
            </a:fld>
            <a:endParaRPr lang="en-US"/>
          </a:p>
        </p:txBody>
      </p:sp>
      <p:sp>
        <p:nvSpPr>
          <p:cNvPr id="5" name="Footer Placeholder 4">
            <a:extLst>
              <a:ext uri="{FF2B5EF4-FFF2-40B4-BE49-F238E27FC236}">
                <a16:creationId xmlns:a16="http://schemas.microsoft.com/office/drawing/2014/main" id="{CB60CD9A-1CDC-00AE-1E15-AC0C12E683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BA6FD6-9482-D463-39ED-77EFF08069E4}"/>
              </a:ext>
            </a:extLst>
          </p:cNvPr>
          <p:cNvSpPr>
            <a:spLocks noGrp="1"/>
          </p:cNvSpPr>
          <p:nvPr>
            <p:ph type="sldNum" sz="quarter" idx="12"/>
          </p:nvPr>
        </p:nvSpPr>
        <p:spPr/>
        <p:txBody>
          <a:bodyPr/>
          <a:lstStyle/>
          <a:p>
            <a:fld id="{C477AEB4-6D33-4808-915B-9771FB9DA3BD}" type="slidenum">
              <a:rPr lang="en-US" smtClean="0"/>
              <a:t>‹#›</a:t>
            </a:fld>
            <a:endParaRPr lang="en-US"/>
          </a:p>
        </p:txBody>
      </p:sp>
    </p:spTree>
    <p:extLst>
      <p:ext uri="{BB962C8B-B14F-4D97-AF65-F5344CB8AC3E}">
        <p14:creationId xmlns:p14="http://schemas.microsoft.com/office/powerpoint/2010/main" val="104860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00B70-991C-C363-B737-5A8D46AD4D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A6109A-F113-431D-68BB-D47FA36ECE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2BE4C6-F571-9E29-1E0E-4507B187AA67}"/>
              </a:ext>
            </a:extLst>
          </p:cNvPr>
          <p:cNvSpPr>
            <a:spLocks noGrp="1"/>
          </p:cNvSpPr>
          <p:nvPr>
            <p:ph type="dt" sz="half" idx="10"/>
          </p:nvPr>
        </p:nvSpPr>
        <p:spPr/>
        <p:txBody>
          <a:bodyPr/>
          <a:lstStyle/>
          <a:p>
            <a:fld id="{4EADB383-82D5-421C-88B4-7E0FCC5E7B51}" type="datetimeFigureOut">
              <a:rPr lang="en-US" smtClean="0"/>
              <a:t>11/8/2025</a:t>
            </a:fld>
            <a:endParaRPr lang="en-US"/>
          </a:p>
        </p:txBody>
      </p:sp>
      <p:sp>
        <p:nvSpPr>
          <p:cNvPr id="5" name="Footer Placeholder 4">
            <a:extLst>
              <a:ext uri="{FF2B5EF4-FFF2-40B4-BE49-F238E27FC236}">
                <a16:creationId xmlns:a16="http://schemas.microsoft.com/office/drawing/2014/main" id="{0DD7D4F3-4E71-59C5-CD6A-FEF89B7D29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645E11-4C27-91D7-3FF5-82A78729A712}"/>
              </a:ext>
            </a:extLst>
          </p:cNvPr>
          <p:cNvSpPr>
            <a:spLocks noGrp="1"/>
          </p:cNvSpPr>
          <p:nvPr>
            <p:ph type="sldNum" sz="quarter" idx="12"/>
          </p:nvPr>
        </p:nvSpPr>
        <p:spPr/>
        <p:txBody>
          <a:bodyPr/>
          <a:lstStyle/>
          <a:p>
            <a:fld id="{C477AEB4-6D33-4808-915B-9771FB9DA3BD}" type="slidenum">
              <a:rPr lang="en-US" smtClean="0"/>
              <a:t>‹#›</a:t>
            </a:fld>
            <a:endParaRPr lang="en-US"/>
          </a:p>
        </p:txBody>
      </p:sp>
    </p:spTree>
    <p:extLst>
      <p:ext uri="{BB962C8B-B14F-4D97-AF65-F5344CB8AC3E}">
        <p14:creationId xmlns:p14="http://schemas.microsoft.com/office/powerpoint/2010/main" val="1547887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B3BC8-5FD9-73A3-6A20-88F27260E4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F598F7-5461-9947-B0F8-B8E2011A86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1866ED-486A-4591-03F3-C9E8E9BE6D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E20D42-B529-3B2A-C750-130297EAB502}"/>
              </a:ext>
            </a:extLst>
          </p:cNvPr>
          <p:cNvSpPr>
            <a:spLocks noGrp="1"/>
          </p:cNvSpPr>
          <p:nvPr>
            <p:ph type="dt" sz="half" idx="10"/>
          </p:nvPr>
        </p:nvSpPr>
        <p:spPr/>
        <p:txBody>
          <a:bodyPr/>
          <a:lstStyle/>
          <a:p>
            <a:fld id="{4EADB383-82D5-421C-88B4-7E0FCC5E7B51}" type="datetimeFigureOut">
              <a:rPr lang="en-US" smtClean="0"/>
              <a:t>11/8/2025</a:t>
            </a:fld>
            <a:endParaRPr lang="en-US"/>
          </a:p>
        </p:txBody>
      </p:sp>
      <p:sp>
        <p:nvSpPr>
          <p:cNvPr id="6" name="Footer Placeholder 5">
            <a:extLst>
              <a:ext uri="{FF2B5EF4-FFF2-40B4-BE49-F238E27FC236}">
                <a16:creationId xmlns:a16="http://schemas.microsoft.com/office/drawing/2014/main" id="{507C8AA3-5164-3F13-D430-903C52ADDC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0B8697-596A-0A16-2EEE-B3FCFD912F21}"/>
              </a:ext>
            </a:extLst>
          </p:cNvPr>
          <p:cNvSpPr>
            <a:spLocks noGrp="1"/>
          </p:cNvSpPr>
          <p:nvPr>
            <p:ph type="sldNum" sz="quarter" idx="12"/>
          </p:nvPr>
        </p:nvSpPr>
        <p:spPr/>
        <p:txBody>
          <a:bodyPr/>
          <a:lstStyle/>
          <a:p>
            <a:fld id="{C477AEB4-6D33-4808-915B-9771FB9DA3BD}" type="slidenum">
              <a:rPr lang="en-US" smtClean="0"/>
              <a:t>‹#›</a:t>
            </a:fld>
            <a:endParaRPr lang="en-US"/>
          </a:p>
        </p:txBody>
      </p:sp>
    </p:spTree>
    <p:extLst>
      <p:ext uri="{BB962C8B-B14F-4D97-AF65-F5344CB8AC3E}">
        <p14:creationId xmlns:p14="http://schemas.microsoft.com/office/powerpoint/2010/main" val="4030786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21391-8918-C695-CF12-3D0B679BA1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863796-968F-0536-A569-85668B7BCA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19F736-34E4-745C-2D89-0C97C1208A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053057-DD98-1253-1AF7-3DE7CE0BE6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642585-EE42-FC63-E4BE-42B3E37E4A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59FD36-A539-7715-31A5-A38EE5EEC7F3}"/>
              </a:ext>
            </a:extLst>
          </p:cNvPr>
          <p:cNvSpPr>
            <a:spLocks noGrp="1"/>
          </p:cNvSpPr>
          <p:nvPr>
            <p:ph type="dt" sz="half" idx="10"/>
          </p:nvPr>
        </p:nvSpPr>
        <p:spPr/>
        <p:txBody>
          <a:bodyPr/>
          <a:lstStyle/>
          <a:p>
            <a:fld id="{4EADB383-82D5-421C-88B4-7E0FCC5E7B51}" type="datetimeFigureOut">
              <a:rPr lang="en-US" smtClean="0"/>
              <a:t>11/8/2025</a:t>
            </a:fld>
            <a:endParaRPr lang="en-US"/>
          </a:p>
        </p:txBody>
      </p:sp>
      <p:sp>
        <p:nvSpPr>
          <p:cNvPr id="8" name="Footer Placeholder 7">
            <a:extLst>
              <a:ext uri="{FF2B5EF4-FFF2-40B4-BE49-F238E27FC236}">
                <a16:creationId xmlns:a16="http://schemas.microsoft.com/office/drawing/2014/main" id="{3FD3B22A-FDB0-E7DE-7B66-766DD9CF0B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88BDB0-15C1-4798-EC77-D736A1A9249F}"/>
              </a:ext>
            </a:extLst>
          </p:cNvPr>
          <p:cNvSpPr>
            <a:spLocks noGrp="1"/>
          </p:cNvSpPr>
          <p:nvPr>
            <p:ph type="sldNum" sz="quarter" idx="12"/>
          </p:nvPr>
        </p:nvSpPr>
        <p:spPr/>
        <p:txBody>
          <a:bodyPr/>
          <a:lstStyle/>
          <a:p>
            <a:fld id="{C477AEB4-6D33-4808-915B-9771FB9DA3BD}" type="slidenum">
              <a:rPr lang="en-US" smtClean="0"/>
              <a:t>‹#›</a:t>
            </a:fld>
            <a:endParaRPr lang="en-US"/>
          </a:p>
        </p:txBody>
      </p:sp>
    </p:spTree>
    <p:extLst>
      <p:ext uri="{BB962C8B-B14F-4D97-AF65-F5344CB8AC3E}">
        <p14:creationId xmlns:p14="http://schemas.microsoft.com/office/powerpoint/2010/main" val="3302037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D1F05-A44E-055A-BF9C-B5D3AAE2CB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AA9122-A326-72D3-B974-7888B5D5A436}"/>
              </a:ext>
            </a:extLst>
          </p:cNvPr>
          <p:cNvSpPr>
            <a:spLocks noGrp="1"/>
          </p:cNvSpPr>
          <p:nvPr>
            <p:ph type="dt" sz="half" idx="10"/>
          </p:nvPr>
        </p:nvSpPr>
        <p:spPr/>
        <p:txBody>
          <a:bodyPr/>
          <a:lstStyle/>
          <a:p>
            <a:fld id="{4EADB383-82D5-421C-88B4-7E0FCC5E7B51}" type="datetimeFigureOut">
              <a:rPr lang="en-US" smtClean="0"/>
              <a:t>11/8/2025</a:t>
            </a:fld>
            <a:endParaRPr lang="en-US"/>
          </a:p>
        </p:txBody>
      </p:sp>
      <p:sp>
        <p:nvSpPr>
          <p:cNvPr id="4" name="Footer Placeholder 3">
            <a:extLst>
              <a:ext uri="{FF2B5EF4-FFF2-40B4-BE49-F238E27FC236}">
                <a16:creationId xmlns:a16="http://schemas.microsoft.com/office/drawing/2014/main" id="{826777CD-FF24-8247-9A55-D7C1270027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37501A-BB7F-F45A-EA87-0BDCD2403221}"/>
              </a:ext>
            </a:extLst>
          </p:cNvPr>
          <p:cNvSpPr>
            <a:spLocks noGrp="1"/>
          </p:cNvSpPr>
          <p:nvPr>
            <p:ph type="sldNum" sz="quarter" idx="12"/>
          </p:nvPr>
        </p:nvSpPr>
        <p:spPr/>
        <p:txBody>
          <a:bodyPr/>
          <a:lstStyle/>
          <a:p>
            <a:fld id="{C477AEB4-6D33-4808-915B-9771FB9DA3BD}" type="slidenum">
              <a:rPr lang="en-US" smtClean="0"/>
              <a:t>‹#›</a:t>
            </a:fld>
            <a:endParaRPr lang="en-US"/>
          </a:p>
        </p:txBody>
      </p:sp>
    </p:spTree>
    <p:extLst>
      <p:ext uri="{BB962C8B-B14F-4D97-AF65-F5344CB8AC3E}">
        <p14:creationId xmlns:p14="http://schemas.microsoft.com/office/powerpoint/2010/main" val="3104995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DC342E-39AB-A2A1-CA38-8F9B3DA660ED}"/>
              </a:ext>
            </a:extLst>
          </p:cNvPr>
          <p:cNvSpPr>
            <a:spLocks noGrp="1"/>
          </p:cNvSpPr>
          <p:nvPr>
            <p:ph type="dt" sz="half" idx="10"/>
          </p:nvPr>
        </p:nvSpPr>
        <p:spPr/>
        <p:txBody>
          <a:bodyPr/>
          <a:lstStyle/>
          <a:p>
            <a:fld id="{4EADB383-82D5-421C-88B4-7E0FCC5E7B51}" type="datetimeFigureOut">
              <a:rPr lang="en-US" smtClean="0"/>
              <a:t>11/8/2025</a:t>
            </a:fld>
            <a:endParaRPr lang="en-US"/>
          </a:p>
        </p:txBody>
      </p:sp>
      <p:sp>
        <p:nvSpPr>
          <p:cNvPr id="3" name="Footer Placeholder 2">
            <a:extLst>
              <a:ext uri="{FF2B5EF4-FFF2-40B4-BE49-F238E27FC236}">
                <a16:creationId xmlns:a16="http://schemas.microsoft.com/office/drawing/2014/main" id="{32386CD4-5D59-E39B-1506-6D59653365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F2B72A-7DB7-64E4-1E5C-019DC5E1E6C0}"/>
              </a:ext>
            </a:extLst>
          </p:cNvPr>
          <p:cNvSpPr>
            <a:spLocks noGrp="1"/>
          </p:cNvSpPr>
          <p:nvPr>
            <p:ph type="sldNum" sz="quarter" idx="12"/>
          </p:nvPr>
        </p:nvSpPr>
        <p:spPr/>
        <p:txBody>
          <a:bodyPr/>
          <a:lstStyle/>
          <a:p>
            <a:fld id="{C477AEB4-6D33-4808-915B-9771FB9DA3BD}" type="slidenum">
              <a:rPr lang="en-US" smtClean="0"/>
              <a:t>‹#›</a:t>
            </a:fld>
            <a:endParaRPr lang="en-US"/>
          </a:p>
        </p:txBody>
      </p:sp>
    </p:spTree>
    <p:extLst>
      <p:ext uri="{BB962C8B-B14F-4D97-AF65-F5344CB8AC3E}">
        <p14:creationId xmlns:p14="http://schemas.microsoft.com/office/powerpoint/2010/main" val="867723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C152-2D90-75F7-B421-1F5E6B8FF6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66C55A-7E4C-AD8B-D3F3-9EB99A577C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D21746-3203-A6E9-DB0C-E257C72352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E4F40-D252-EBA6-E325-164AB2B1D047}"/>
              </a:ext>
            </a:extLst>
          </p:cNvPr>
          <p:cNvSpPr>
            <a:spLocks noGrp="1"/>
          </p:cNvSpPr>
          <p:nvPr>
            <p:ph type="dt" sz="half" idx="10"/>
          </p:nvPr>
        </p:nvSpPr>
        <p:spPr/>
        <p:txBody>
          <a:bodyPr/>
          <a:lstStyle/>
          <a:p>
            <a:fld id="{4EADB383-82D5-421C-88B4-7E0FCC5E7B51}" type="datetimeFigureOut">
              <a:rPr lang="en-US" smtClean="0"/>
              <a:t>11/8/2025</a:t>
            </a:fld>
            <a:endParaRPr lang="en-US"/>
          </a:p>
        </p:txBody>
      </p:sp>
      <p:sp>
        <p:nvSpPr>
          <p:cNvPr id="6" name="Footer Placeholder 5">
            <a:extLst>
              <a:ext uri="{FF2B5EF4-FFF2-40B4-BE49-F238E27FC236}">
                <a16:creationId xmlns:a16="http://schemas.microsoft.com/office/drawing/2014/main" id="{5F8A70A3-98AD-4796-A481-34123527CC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75FE5F-D713-56C8-15AF-0E6837486E05}"/>
              </a:ext>
            </a:extLst>
          </p:cNvPr>
          <p:cNvSpPr>
            <a:spLocks noGrp="1"/>
          </p:cNvSpPr>
          <p:nvPr>
            <p:ph type="sldNum" sz="quarter" idx="12"/>
          </p:nvPr>
        </p:nvSpPr>
        <p:spPr/>
        <p:txBody>
          <a:bodyPr/>
          <a:lstStyle/>
          <a:p>
            <a:fld id="{C477AEB4-6D33-4808-915B-9771FB9DA3BD}" type="slidenum">
              <a:rPr lang="en-US" smtClean="0"/>
              <a:t>‹#›</a:t>
            </a:fld>
            <a:endParaRPr lang="en-US"/>
          </a:p>
        </p:txBody>
      </p:sp>
    </p:spTree>
    <p:extLst>
      <p:ext uri="{BB962C8B-B14F-4D97-AF65-F5344CB8AC3E}">
        <p14:creationId xmlns:p14="http://schemas.microsoft.com/office/powerpoint/2010/main" val="4195364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ADB0-E9DB-9EED-09BE-3250E9DCEE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79EA01A-FC8E-AEFC-F42D-2E67BC6BF5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0B3D8E-0B5D-E788-AE48-599373CA95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69E847-0B2A-F861-6194-B4F1DE554344}"/>
              </a:ext>
            </a:extLst>
          </p:cNvPr>
          <p:cNvSpPr>
            <a:spLocks noGrp="1"/>
          </p:cNvSpPr>
          <p:nvPr>
            <p:ph type="dt" sz="half" idx="10"/>
          </p:nvPr>
        </p:nvSpPr>
        <p:spPr/>
        <p:txBody>
          <a:bodyPr/>
          <a:lstStyle/>
          <a:p>
            <a:fld id="{4EADB383-82D5-421C-88B4-7E0FCC5E7B51}" type="datetimeFigureOut">
              <a:rPr lang="en-US" smtClean="0"/>
              <a:t>11/8/2025</a:t>
            </a:fld>
            <a:endParaRPr lang="en-US"/>
          </a:p>
        </p:txBody>
      </p:sp>
      <p:sp>
        <p:nvSpPr>
          <p:cNvPr id="6" name="Footer Placeholder 5">
            <a:extLst>
              <a:ext uri="{FF2B5EF4-FFF2-40B4-BE49-F238E27FC236}">
                <a16:creationId xmlns:a16="http://schemas.microsoft.com/office/drawing/2014/main" id="{5EC51022-59C1-296B-A65D-E8B23E2C0B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CA3C97-3616-74E7-4F29-9F5A9C482D31}"/>
              </a:ext>
            </a:extLst>
          </p:cNvPr>
          <p:cNvSpPr>
            <a:spLocks noGrp="1"/>
          </p:cNvSpPr>
          <p:nvPr>
            <p:ph type="sldNum" sz="quarter" idx="12"/>
          </p:nvPr>
        </p:nvSpPr>
        <p:spPr/>
        <p:txBody>
          <a:bodyPr/>
          <a:lstStyle/>
          <a:p>
            <a:fld id="{C477AEB4-6D33-4808-915B-9771FB9DA3BD}" type="slidenum">
              <a:rPr lang="en-US" smtClean="0"/>
              <a:t>‹#›</a:t>
            </a:fld>
            <a:endParaRPr lang="en-US"/>
          </a:p>
        </p:txBody>
      </p:sp>
    </p:spTree>
    <p:extLst>
      <p:ext uri="{BB962C8B-B14F-4D97-AF65-F5344CB8AC3E}">
        <p14:creationId xmlns:p14="http://schemas.microsoft.com/office/powerpoint/2010/main" val="657298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A8549-03E2-2759-24E0-E466198778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53D601-A10A-71CD-F06C-A1F0A039D4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7935BD-FC84-641F-EB9E-B6BE884EC84B}"/>
              </a:ext>
            </a:extLst>
          </p:cNvPr>
          <p:cNvSpPr>
            <a:spLocks noGrp="1"/>
          </p:cNvSpPr>
          <p:nvPr>
            <p:ph type="dt" sz="half" idx="10"/>
          </p:nvPr>
        </p:nvSpPr>
        <p:spPr/>
        <p:txBody>
          <a:bodyPr/>
          <a:lstStyle/>
          <a:p>
            <a:fld id="{4EADB383-82D5-421C-88B4-7E0FCC5E7B51}" type="datetimeFigureOut">
              <a:rPr lang="en-US" smtClean="0"/>
              <a:t>11/8/2025</a:t>
            </a:fld>
            <a:endParaRPr lang="en-US"/>
          </a:p>
        </p:txBody>
      </p:sp>
      <p:sp>
        <p:nvSpPr>
          <p:cNvPr id="5" name="Footer Placeholder 4">
            <a:extLst>
              <a:ext uri="{FF2B5EF4-FFF2-40B4-BE49-F238E27FC236}">
                <a16:creationId xmlns:a16="http://schemas.microsoft.com/office/drawing/2014/main" id="{63E1BD98-48CD-77A2-9022-DFBA931829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0F30A-EAA4-0D89-5C91-C362BE69BF9E}"/>
              </a:ext>
            </a:extLst>
          </p:cNvPr>
          <p:cNvSpPr>
            <a:spLocks noGrp="1"/>
          </p:cNvSpPr>
          <p:nvPr>
            <p:ph type="sldNum" sz="quarter" idx="12"/>
          </p:nvPr>
        </p:nvSpPr>
        <p:spPr/>
        <p:txBody>
          <a:bodyPr/>
          <a:lstStyle/>
          <a:p>
            <a:fld id="{C477AEB4-6D33-4808-915B-9771FB9DA3BD}" type="slidenum">
              <a:rPr lang="en-US" smtClean="0"/>
              <a:t>‹#›</a:t>
            </a:fld>
            <a:endParaRPr lang="en-US"/>
          </a:p>
        </p:txBody>
      </p:sp>
    </p:spTree>
    <p:extLst>
      <p:ext uri="{BB962C8B-B14F-4D97-AF65-F5344CB8AC3E}">
        <p14:creationId xmlns:p14="http://schemas.microsoft.com/office/powerpoint/2010/main" val="3653289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2F8616-81E5-EB0C-9280-0BC7447E3C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58044B8-287E-CC65-303E-791295C3CB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F6D621-C7FF-DC3C-1A51-6601BDC02C14}"/>
              </a:ext>
            </a:extLst>
          </p:cNvPr>
          <p:cNvSpPr>
            <a:spLocks noGrp="1"/>
          </p:cNvSpPr>
          <p:nvPr>
            <p:ph type="dt" sz="half" idx="10"/>
          </p:nvPr>
        </p:nvSpPr>
        <p:spPr/>
        <p:txBody>
          <a:bodyPr/>
          <a:lstStyle/>
          <a:p>
            <a:fld id="{4EADB383-82D5-421C-88B4-7E0FCC5E7B51}" type="datetimeFigureOut">
              <a:rPr lang="en-US" smtClean="0"/>
              <a:t>11/8/2025</a:t>
            </a:fld>
            <a:endParaRPr lang="en-US"/>
          </a:p>
        </p:txBody>
      </p:sp>
      <p:sp>
        <p:nvSpPr>
          <p:cNvPr id="5" name="Footer Placeholder 4">
            <a:extLst>
              <a:ext uri="{FF2B5EF4-FFF2-40B4-BE49-F238E27FC236}">
                <a16:creationId xmlns:a16="http://schemas.microsoft.com/office/drawing/2014/main" id="{FC36284D-4B74-D1F8-D669-B41F9EB719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B3A1D7-9798-9093-3BAE-91526C9E4305}"/>
              </a:ext>
            </a:extLst>
          </p:cNvPr>
          <p:cNvSpPr>
            <a:spLocks noGrp="1"/>
          </p:cNvSpPr>
          <p:nvPr>
            <p:ph type="sldNum" sz="quarter" idx="12"/>
          </p:nvPr>
        </p:nvSpPr>
        <p:spPr/>
        <p:txBody>
          <a:bodyPr/>
          <a:lstStyle/>
          <a:p>
            <a:fld id="{C477AEB4-6D33-4808-915B-9771FB9DA3BD}" type="slidenum">
              <a:rPr lang="en-US" smtClean="0"/>
              <a:t>‹#›</a:t>
            </a:fld>
            <a:endParaRPr lang="en-US"/>
          </a:p>
        </p:txBody>
      </p:sp>
    </p:spTree>
    <p:extLst>
      <p:ext uri="{BB962C8B-B14F-4D97-AF65-F5344CB8AC3E}">
        <p14:creationId xmlns:p14="http://schemas.microsoft.com/office/powerpoint/2010/main" val="19456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F5FE30-796B-6941-753A-1C7EC34E92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C69A62-9A90-EB3C-21B4-CEBBC5EEC7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EBF993-1F3D-69A8-187F-75E6D11EA7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ADB383-82D5-421C-88B4-7E0FCC5E7B51}" type="datetimeFigureOut">
              <a:rPr lang="en-US" smtClean="0"/>
              <a:t>11/8/2025</a:t>
            </a:fld>
            <a:endParaRPr lang="en-US"/>
          </a:p>
        </p:txBody>
      </p:sp>
      <p:sp>
        <p:nvSpPr>
          <p:cNvPr id="5" name="Footer Placeholder 4">
            <a:extLst>
              <a:ext uri="{FF2B5EF4-FFF2-40B4-BE49-F238E27FC236}">
                <a16:creationId xmlns:a16="http://schemas.microsoft.com/office/drawing/2014/main" id="{0DC5F84D-784F-A87B-AF5D-D269A74196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71093E-D708-1C15-4699-0ED6A26A06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77AEB4-6D33-4808-915B-9771FB9DA3BD}" type="slidenum">
              <a:rPr lang="en-US" smtClean="0"/>
              <a:t>‹#›</a:t>
            </a:fld>
            <a:endParaRPr lang="en-US"/>
          </a:p>
        </p:txBody>
      </p:sp>
    </p:spTree>
    <p:extLst>
      <p:ext uri="{BB962C8B-B14F-4D97-AF65-F5344CB8AC3E}">
        <p14:creationId xmlns:p14="http://schemas.microsoft.com/office/powerpoint/2010/main" val="3971456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5C55F0BA-7D8B-4753-AB68-D54E59A24A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redit card with a green umbrella&#10;&#10;AI-generated content may be incorrect.">
            <a:extLst>
              <a:ext uri="{FF2B5EF4-FFF2-40B4-BE49-F238E27FC236}">
                <a16:creationId xmlns:a16="http://schemas.microsoft.com/office/drawing/2014/main" id="{637F9084-E659-0EAC-457E-50BFD905AA4E}"/>
              </a:ext>
            </a:extLst>
          </p:cNvPr>
          <p:cNvPicPr>
            <a:picLocks noChangeAspect="1"/>
          </p:cNvPicPr>
          <p:nvPr/>
        </p:nvPicPr>
        <p:blipFill>
          <a:blip r:embed="rId2">
            <a:extLst>
              <a:ext uri="{28A0092B-C50C-407E-A947-70E740481C1C}">
                <a14:useLocalDpi xmlns:a14="http://schemas.microsoft.com/office/drawing/2010/main" val="0"/>
              </a:ext>
            </a:extLst>
          </a:blip>
          <a:srcRect r="6058"/>
          <a:stretch>
            <a:fillRect/>
          </a:stretch>
        </p:blipFill>
        <p:spPr>
          <a:xfrm>
            <a:off x="780392" y="1163403"/>
            <a:ext cx="6777732" cy="3733675"/>
          </a:xfrm>
          <a:prstGeom prst="rect">
            <a:avLst/>
          </a:prstGeom>
          <a:effectLst/>
        </p:spPr>
      </p:pic>
      <p:sp>
        <p:nvSpPr>
          <p:cNvPr id="2" name="Title 1">
            <a:extLst>
              <a:ext uri="{FF2B5EF4-FFF2-40B4-BE49-F238E27FC236}">
                <a16:creationId xmlns:a16="http://schemas.microsoft.com/office/drawing/2014/main" id="{CB5C59E5-1BF5-84C0-762D-AB80788AB38C}"/>
              </a:ext>
            </a:extLst>
          </p:cNvPr>
          <p:cNvSpPr>
            <a:spLocks noGrp="1"/>
          </p:cNvSpPr>
          <p:nvPr>
            <p:ph type="ctrTitle"/>
          </p:nvPr>
        </p:nvSpPr>
        <p:spPr>
          <a:xfrm>
            <a:off x="3923452" y="2275422"/>
            <a:ext cx="7681846" cy="754819"/>
          </a:xfrm>
          <a:noFill/>
        </p:spPr>
        <p:txBody>
          <a:bodyPr>
            <a:noAutofit/>
          </a:bodyPr>
          <a:lstStyle/>
          <a:p>
            <a:r>
              <a:rPr lang="vi-VN" sz="4400" dirty="0"/>
              <a:t>Phát hiện gian lận thẻ tín dụng bằng Machine Learning</a:t>
            </a:r>
            <a:endParaRPr lang="en-US" sz="4400" dirty="0"/>
          </a:p>
        </p:txBody>
      </p:sp>
      <p:sp>
        <p:nvSpPr>
          <p:cNvPr id="4" name="Subtitle 3">
            <a:extLst>
              <a:ext uri="{FF2B5EF4-FFF2-40B4-BE49-F238E27FC236}">
                <a16:creationId xmlns:a16="http://schemas.microsoft.com/office/drawing/2014/main" id="{AAD32D58-69FC-941B-D3C5-D540648C933F}"/>
              </a:ext>
            </a:extLst>
          </p:cNvPr>
          <p:cNvSpPr>
            <a:spLocks noGrp="1"/>
          </p:cNvSpPr>
          <p:nvPr>
            <p:ph type="subTitle" idx="1"/>
          </p:nvPr>
        </p:nvSpPr>
        <p:spPr>
          <a:xfrm>
            <a:off x="2508164" y="3150406"/>
            <a:ext cx="10512421" cy="557187"/>
          </a:xfrm>
          <a:noFill/>
        </p:spPr>
        <p:txBody>
          <a:bodyPr>
            <a:normAutofit/>
          </a:bodyPr>
          <a:lstStyle/>
          <a:p>
            <a:r>
              <a:rPr lang="vi-VN" dirty="0"/>
              <a:t>Thực hiện: Mai Ngọc Anh</a:t>
            </a:r>
            <a:endParaRPr lang="en-US" dirty="0"/>
          </a:p>
        </p:txBody>
      </p:sp>
    </p:spTree>
    <p:extLst>
      <p:ext uri="{BB962C8B-B14F-4D97-AF65-F5344CB8AC3E}">
        <p14:creationId xmlns:p14="http://schemas.microsoft.com/office/powerpoint/2010/main" val="2142978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C269652-1E1D-0E34-8FB2-CB4B84BBD676}"/>
              </a:ext>
            </a:extLst>
          </p:cNvPr>
          <p:cNvSpPr>
            <a:spLocks noGrp="1"/>
          </p:cNvSpPr>
          <p:nvPr>
            <p:ph type="title"/>
          </p:nvPr>
        </p:nvSpPr>
        <p:spPr>
          <a:xfrm>
            <a:off x="248264" y="178313"/>
            <a:ext cx="3822290" cy="736088"/>
          </a:xfrm>
        </p:spPr>
        <p:txBody>
          <a:bodyPr>
            <a:normAutofit/>
          </a:bodyPr>
          <a:lstStyle/>
          <a:p>
            <a:r>
              <a:rPr lang="vi-VN" sz="3600" b="1" dirty="0"/>
              <a:t>Giới thiệu vấn đề </a:t>
            </a:r>
            <a:endParaRPr lang="en-US" sz="3600" b="1" dirty="0"/>
          </a:p>
        </p:txBody>
      </p:sp>
      <p:sp>
        <p:nvSpPr>
          <p:cNvPr id="4" name="Rectangle 3">
            <a:extLst>
              <a:ext uri="{FF2B5EF4-FFF2-40B4-BE49-F238E27FC236}">
                <a16:creationId xmlns:a16="http://schemas.microsoft.com/office/drawing/2014/main" id="{59218471-7F17-6A9C-EBA1-7AAA78CBC2AB}"/>
              </a:ext>
            </a:extLst>
          </p:cNvPr>
          <p:cNvSpPr/>
          <p:nvPr/>
        </p:nvSpPr>
        <p:spPr>
          <a:xfrm>
            <a:off x="169606" y="845574"/>
            <a:ext cx="6044381" cy="5751871"/>
          </a:xfrm>
          <a:prstGeom prst="rect">
            <a:avLst/>
          </a:prstGeom>
          <a:solidFill>
            <a:schemeClr val="accent6">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A7DA6AB7-A3C3-12C9-46CB-D4BFE681C621}"/>
              </a:ext>
            </a:extLst>
          </p:cNvPr>
          <p:cNvSpPr>
            <a:spLocks noGrp="1"/>
          </p:cNvSpPr>
          <p:nvPr>
            <p:ph idx="1"/>
          </p:nvPr>
        </p:nvSpPr>
        <p:spPr>
          <a:xfrm>
            <a:off x="169606" y="914401"/>
            <a:ext cx="5926394" cy="5683044"/>
          </a:xfrm>
        </p:spPr>
        <p:txBody>
          <a:bodyPr>
            <a:normAutofit lnSpcReduction="10000"/>
          </a:bodyPr>
          <a:lstStyle/>
          <a:p>
            <a:pPr marL="514350" indent="-514350" algn="just">
              <a:buFont typeface="+mj-lt"/>
              <a:buAutoNum type="arabicPeriod"/>
            </a:pPr>
            <a:r>
              <a:rPr lang="vi-VN" sz="2000" b="1" dirty="0">
                <a:latin typeface="Arial" panose="020B0604020202020204" pitchFamily="34" charset="0"/>
                <a:cs typeface="Arial" panose="020B0604020202020204" pitchFamily="34" charset="0"/>
              </a:rPr>
              <a:t>Gian lận tài chính là gì?</a:t>
            </a:r>
          </a:p>
          <a:p>
            <a:pPr lvl="1" algn="just"/>
            <a:r>
              <a:rPr lang="vi-VN" sz="1800" dirty="0">
                <a:latin typeface="Arial" panose="020B0604020202020204" pitchFamily="34" charset="0"/>
                <a:cs typeface="Arial" panose="020B0604020202020204" pitchFamily="34" charset="0"/>
              </a:rPr>
              <a:t>Gian lận tài chính là hành vi cố ý lừa dối, làm sai lệch thông tin tài chính hoặc biển thủ tài sản để thu lợi bất chính. </a:t>
            </a:r>
          </a:p>
          <a:p>
            <a:pPr lvl="1" algn="just"/>
            <a:r>
              <a:rPr lang="vi-VN" sz="1800" dirty="0">
                <a:latin typeface="Arial" panose="020B0604020202020204" pitchFamily="34" charset="0"/>
                <a:cs typeface="Arial" panose="020B0604020202020204" pitchFamily="34" charset="0"/>
              </a:rPr>
              <a:t>Các hình thức gian lận phổ biến từ trộm cấp danh tính cơ bản đến các gian lận trong giao dịch hoặc các âm mưu phức tạp của doanh nghiệp nhằm mục đích lừa đảo các nhà đầu tư và cơ quan quản lý.</a:t>
            </a:r>
            <a:endParaRPr lang="en-US" sz="1800" dirty="0">
              <a:latin typeface="Arial" panose="020B0604020202020204" pitchFamily="34" charset="0"/>
              <a:cs typeface="Arial" panose="020B0604020202020204" pitchFamily="34" charset="0"/>
            </a:endParaRPr>
          </a:p>
          <a:p>
            <a:pPr lvl="1" algn="just"/>
            <a:r>
              <a:rPr lang="vi-VN" sz="1800" dirty="0">
                <a:latin typeface="Arial" panose="020B0604020202020204" pitchFamily="34" charset="0"/>
                <a:cs typeface="Arial" panose="020B0604020202020204" pitchFamily="34" charset="0"/>
              </a:rPr>
              <a:t>Gian lận tài chính gây ra những hậu quả nghiêm trọng, làm tổn thất tài chính đáng kể, tổn hại đến danh tiếng và phải chịu xử phạt pháp lí.</a:t>
            </a:r>
          </a:p>
          <a:p>
            <a:pPr marL="514350" indent="-514350" algn="just">
              <a:buFont typeface="+mj-lt"/>
              <a:buAutoNum type="arabicPeriod"/>
            </a:pPr>
            <a:r>
              <a:rPr lang="vi-VN" sz="2000" b="1" dirty="0">
                <a:latin typeface="Arial" panose="020B0604020202020204" pitchFamily="34" charset="0"/>
                <a:cs typeface="Arial" panose="020B0604020202020204" pitchFamily="34" charset="0"/>
              </a:rPr>
              <a:t>Gian lận thẻ tín dụng là gì?</a:t>
            </a:r>
          </a:p>
          <a:p>
            <a:pPr lvl="1" algn="just"/>
            <a:r>
              <a:rPr lang="en-US" sz="1800" dirty="0" err="1">
                <a:latin typeface="Arial" panose="020B0604020202020204" pitchFamily="34" charset="0"/>
                <a:cs typeface="Arial" panose="020B0604020202020204" pitchFamily="34" charset="0"/>
              </a:rPr>
              <a:t>Việc</a:t>
            </a:r>
            <a:r>
              <a:rPr lang="vi-VN" sz="1800" dirty="0">
                <a:latin typeface="Arial" panose="020B0604020202020204" pitchFamily="34" charset="0"/>
                <a:cs typeface="Arial" panose="020B0604020202020204" pitchFamily="34" charset="0"/>
              </a:rPr>
              <a:t> sử dụng trái phép thẻ tín dụng hoặc thông tin liên quan của người khác để mua hàng hoặc rút tiền mà không có sự cho phép của chủ thẻ được xem là gian lận thẻ tín dụng. </a:t>
            </a:r>
            <a:endParaRPr lang="en-US" sz="1800" dirty="0">
              <a:latin typeface="Arial" panose="020B0604020202020204" pitchFamily="34" charset="0"/>
              <a:cs typeface="Arial" panose="020B0604020202020204" pitchFamily="34" charset="0"/>
            </a:endParaRPr>
          </a:p>
          <a:p>
            <a:pPr lvl="1" algn="just"/>
            <a:r>
              <a:rPr lang="vi-VN" sz="1800" dirty="0">
                <a:latin typeface="Arial" panose="020B0604020202020204" pitchFamily="34" charset="0"/>
                <a:cs typeface="Arial" panose="020B0604020202020204" pitchFamily="34" charset="0"/>
              </a:rPr>
              <a:t>Các hình thức gian lận bao gồm: Bị thanh toán hay quẹt thẻ tại một cửa hàng nào đó khi mua hàng trong trường hợp bị trộm thẻ; Sử dụng công nghệ cao qua mạng Internet đánh cắp thông tin thẻ người dùng; Bị rút trộm tiền mặt qua máy ATM; Làm giả thẻ Visa, MasterCard.</a:t>
            </a:r>
            <a:endParaRPr lang="en-US" sz="1800" dirty="0">
              <a:latin typeface="Arial" panose="020B0604020202020204" pitchFamily="34" charset="0"/>
              <a:cs typeface="Arial" panose="020B0604020202020204" pitchFamily="34" charset="0"/>
            </a:endParaRPr>
          </a:p>
          <a:p>
            <a:pPr marL="0" indent="0" algn="just">
              <a:buNone/>
            </a:pPr>
            <a:endParaRPr lang="vi-VN" sz="20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BFBA99F9-9BF5-6E2D-3DAD-508E81895A95}"/>
              </a:ext>
            </a:extLst>
          </p:cNvPr>
          <p:cNvSpPr/>
          <p:nvPr/>
        </p:nvSpPr>
        <p:spPr>
          <a:xfrm>
            <a:off x="6349181" y="845574"/>
            <a:ext cx="5594555" cy="5751871"/>
          </a:xfrm>
          <a:prstGeom prst="rect">
            <a:avLst/>
          </a:prstGeom>
          <a:solidFill>
            <a:schemeClr val="accent2">
              <a:lumMod val="40000"/>
              <a:lumOff val="6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02672C-5C25-D6ED-C425-FB4621F891CC}"/>
              </a:ext>
            </a:extLst>
          </p:cNvPr>
          <p:cNvSpPr txBox="1">
            <a:spLocks/>
          </p:cNvSpPr>
          <p:nvPr/>
        </p:nvSpPr>
        <p:spPr>
          <a:xfrm>
            <a:off x="6467168" y="914401"/>
            <a:ext cx="5555226" cy="698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vi-VN" sz="2400" b="1" dirty="0"/>
              <a:t>Vì sao cần phát hiện gian lận tài chính?</a:t>
            </a:r>
            <a:endParaRPr lang="en-US" sz="2400" b="1" dirty="0"/>
          </a:p>
        </p:txBody>
      </p:sp>
      <p:sp>
        <p:nvSpPr>
          <p:cNvPr id="3" name="Content Placeholder 2">
            <a:extLst>
              <a:ext uri="{FF2B5EF4-FFF2-40B4-BE49-F238E27FC236}">
                <a16:creationId xmlns:a16="http://schemas.microsoft.com/office/drawing/2014/main" id="{387EB2EF-C812-7604-7DB9-33EE99D6BDB6}"/>
              </a:ext>
            </a:extLst>
          </p:cNvPr>
          <p:cNvSpPr txBox="1">
            <a:spLocks/>
          </p:cNvSpPr>
          <p:nvPr/>
        </p:nvSpPr>
        <p:spPr>
          <a:xfrm>
            <a:off x="6386666" y="1533834"/>
            <a:ext cx="5372714" cy="489646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vi-VN" sz="1600"/>
              <a:t>Gian lận thẻ tín dụng ảnh hưởng nghiêm trọng từ người tiêu dùng cá nhân đến các ngân hàng phát hành thẻ, các tổ chức tài chính, các doanh nghiệp và cơ quan chính phủ.</a:t>
            </a:r>
          </a:p>
          <a:p>
            <a:pPr algn="just"/>
            <a:r>
              <a:rPr lang="vi-VN" sz="1600"/>
              <a:t>Các khoản phí gian lận có thể dẫn đến tổn thất tài chính và ảnh hưởng đến điểm tín dụng của một cá nhân dẫn đến việc các tổ chức tín dụng đánh dấu tài khoản đó là gian lận. Điều này gây khó khăn trong việc đăng kí vay vốn hoặc các sản phẩm tài chính khác. Trong một số trường hợp, nếu hành vi này đủ nghiêm trọng có thể dẫn đến truy tố hình sự.</a:t>
            </a:r>
          </a:p>
          <a:p>
            <a:pPr algn="just"/>
            <a:r>
              <a:rPr lang="vi-VN" sz="1600"/>
              <a:t>Gian lận thẻ tín dụng còn gây thiệt hại đến các ngân hàng mỗi năm, dẫn đến lãi suất và phí cao hơn cho người tiêu dùng để các ngân hàng cố gắng thu hồi tổn thất. Các cơ quan chính phủ cũng dành nhiều nguồn lực đáng kể để điều tra cũng như truy tố những tội phạm này.</a:t>
            </a:r>
          </a:p>
          <a:p>
            <a:pPr algn="just"/>
            <a:r>
              <a:rPr lang="vi-VN" sz="1600"/>
              <a:t>Các doanh nghiệp bao gồm cửa hàng truyền thống và các sàn thương mại điện tử đều mất doanh số do các giao dịch gian lận, dẫn đến mất doanh thu và tổn hại đến uy tín. Họ cũng phải chịu trách nhiệm chi trả các khoản phí phát sinh do gian lận.</a:t>
            </a:r>
            <a:endParaRPr lang="vi-VN" sz="1600" dirty="0"/>
          </a:p>
        </p:txBody>
      </p:sp>
    </p:spTree>
    <p:extLst>
      <p:ext uri="{BB962C8B-B14F-4D97-AF65-F5344CB8AC3E}">
        <p14:creationId xmlns:p14="http://schemas.microsoft.com/office/powerpoint/2010/main" val="3513740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C6BE7-F8D6-8D42-E0BA-0B8E9007DC4A}"/>
              </a:ext>
            </a:extLst>
          </p:cNvPr>
          <p:cNvSpPr>
            <a:spLocks noGrp="1"/>
          </p:cNvSpPr>
          <p:nvPr>
            <p:ph type="title"/>
          </p:nvPr>
        </p:nvSpPr>
        <p:spPr>
          <a:xfrm>
            <a:off x="334296" y="103239"/>
            <a:ext cx="9006349" cy="765585"/>
          </a:xfrm>
        </p:spPr>
        <p:txBody>
          <a:bodyPr>
            <a:normAutofit/>
          </a:bodyPr>
          <a:lstStyle/>
          <a:p>
            <a:r>
              <a:rPr lang="vi-VN" sz="3200" dirty="0"/>
              <a:t>Dữ liệu sử dụng : </a:t>
            </a:r>
            <a:r>
              <a:rPr lang="vi-VN" sz="3200" b="1" dirty="0"/>
              <a:t>Credit Card Fraud Detection</a:t>
            </a:r>
            <a:endParaRPr lang="en-US" sz="3200" b="1" dirty="0"/>
          </a:p>
        </p:txBody>
      </p:sp>
      <p:sp>
        <p:nvSpPr>
          <p:cNvPr id="6" name="Rectangle 5">
            <a:extLst>
              <a:ext uri="{FF2B5EF4-FFF2-40B4-BE49-F238E27FC236}">
                <a16:creationId xmlns:a16="http://schemas.microsoft.com/office/drawing/2014/main" id="{A2287A06-5738-0B3D-1000-1E34036C8BF9}"/>
              </a:ext>
            </a:extLst>
          </p:cNvPr>
          <p:cNvSpPr/>
          <p:nvPr/>
        </p:nvSpPr>
        <p:spPr>
          <a:xfrm>
            <a:off x="122905" y="721514"/>
            <a:ext cx="4225413" cy="3716594"/>
          </a:xfrm>
          <a:prstGeom prst="rect">
            <a:avLst/>
          </a:prstGeom>
          <a:solidFill>
            <a:schemeClr val="accent1">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9C2E283-0B91-1A5F-BC48-A34556DEC60F}"/>
              </a:ext>
            </a:extLst>
          </p:cNvPr>
          <p:cNvSpPr>
            <a:spLocks noGrp="1"/>
          </p:cNvSpPr>
          <p:nvPr>
            <p:ph idx="1"/>
          </p:nvPr>
        </p:nvSpPr>
        <p:spPr>
          <a:xfrm>
            <a:off x="228601" y="868824"/>
            <a:ext cx="4060723" cy="3484900"/>
          </a:xfrm>
        </p:spPr>
        <p:txBody>
          <a:bodyPr>
            <a:normAutofit/>
          </a:bodyPr>
          <a:lstStyle/>
          <a:p>
            <a:pPr algn="just"/>
            <a:r>
              <a:rPr lang="vi-VN" sz="2000" dirty="0"/>
              <a:t>Mô tả về dữ liệu: Bộ dữ liệu mô phỏng các giao dịch thẻ tín dụng hợp pháp và gian lận từ ngày 1 tháng 1 năm 2019 đến ngày 31 tháng 12 năm 2020 từ 1000 khách hàng thực hiện giao dịch thẻ với 800 đơn vị chấp nhận thẻ.</a:t>
            </a:r>
            <a:endParaRPr lang="en-US" sz="2000" dirty="0"/>
          </a:p>
          <a:p>
            <a:pPr algn="just"/>
            <a:r>
              <a:rPr lang="vi-VN" sz="2000" dirty="0"/>
              <a:t>Nguồn mô phỏng: Sparkov Data Generation | Github tool tạo bởi Bradon Harris.</a:t>
            </a:r>
            <a:endParaRPr lang="en-US" sz="2000" dirty="0"/>
          </a:p>
        </p:txBody>
      </p:sp>
      <p:graphicFrame>
        <p:nvGraphicFramePr>
          <p:cNvPr id="4" name="Table 3">
            <a:extLst>
              <a:ext uri="{FF2B5EF4-FFF2-40B4-BE49-F238E27FC236}">
                <a16:creationId xmlns:a16="http://schemas.microsoft.com/office/drawing/2014/main" id="{57337DBB-3F69-6710-CB44-A0D86FCC68B4}"/>
              </a:ext>
            </a:extLst>
          </p:cNvPr>
          <p:cNvGraphicFramePr>
            <a:graphicFrameLocks noGrp="1"/>
          </p:cNvGraphicFramePr>
          <p:nvPr>
            <p:extLst>
              <p:ext uri="{D42A27DB-BD31-4B8C-83A1-F6EECF244321}">
                <p14:modId xmlns:p14="http://schemas.microsoft.com/office/powerpoint/2010/main" val="2622273137"/>
              </p:ext>
            </p:extLst>
          </p:nvPr>
        </p:nvGraphicFramePr>
        <p:xfrm>
          <a:off x="4395019" y="669865"/>
          <a:ext cx="4488424" cy="6035040"/>
        </p:xfrm>
        <a:graphic>
          <a:graphicData uri="http://schemas.openxmlformats.org/drawingml/2006/table">
            <a:tbl>
              <a:tblPr firstRow="1" bandRow="1">
                <a:tableStyleId>{5C22544A-7EE6-4342-B048-85BDC9FD1C3A}</a:tableStyleId>
              </a:tblPr>
              <a:tblGrid>
                <a:gridCol w="1745225">
                  <a:extLst>
                    <a:ext uri="{9D8B030D-6E8A-4147-A177-3AD203B41FA5}">
                      <a16:colId xmlns:a16="http://schemas.microsoft.com/office/drawing/2014/main" val="2384451894"/>
                    </a:ext>
                  </a:extLst>
                </a:gridCol>
                <a:gridCol w="2743199">
                  <a:extLst>
                    <a:ext uri="{9D8B030D-6E8A-4147-A177-3AD203B41FA5}">
                      <a16:colId xmlns:a16="http://schemas.microsoft.com/office/drawing/2014/main" val="3307855753"/>
                    </a:ext>
                  </a:extLst>
                </a:gridCol>
              </a:tblGrid>
              <a:tr h="269276">
                <a:tc>
                  <a:txBody>
                    <a:bodyPr/>
                    <a:lstStyle/>
                    <a:p>
                      <a:r>
                        <a:rPr lang="vi-VN" sz="1200" dirty="0">
                          <a:latin typeface="+mn-lt"/>
                        </a:rPr>
                        <a:t>Đầu vào</a:t>
                      </a:r>
                      <a:endParaRPr lang="en-US" sz="1200" dirty="0">
                        <a:latin typeface="+mn-lt"/>
                      </a:endParaRPr>
                    </a:p>
                  </a:txBody>
                  <a:tcPr/>
                </a:tc>
                <a:tc>
                  <a:txBody>
                    <a:bodyPr/>
                    <a:lstStyle/>
                    <a:p>
                      <a:r>
                        <a:rPr lang="vi-VN" sz="1200" dirty="0">
                          <a:latin typeface="+mn-lt"/>
                        </a:rPr>
                        <a:t>Mô tả</a:t>
                      </a:r>
                      <a:endParaRPr lang="en-US" sz="1200" dirty="0">
                        <a:latin typeface="+mn-lt"/>
                      </a:endParaRPr>
                    </a:p>
                  </a:txBody>
                  <a:tcPr/>
                </a:tc>
                <a:extLst>
                  <a:ext uri="{0D108BD9-81ED-4DB2-BD59-A6C34878D82A}">
                    <a16:rowId xmlns:a16="http://schemas.microsoft.com/office/drawing/2014/main" val="2010137120"/>
                  </a:ext>
                </a:extLst>
              </a:tr>
              <a:tr h="269276">
                <a:tc>
                  <a:txBody>
                    <a:bodyPr/>
                    <a:lstStyle/>
                    <a:p>
                      <a:r>
                        <a:rPr lang="en-US" sz="1200" kern="1200" dirty="0" err="1">
                          <a:solidFill>
                            <a:schemeClr val="dk1"/>
                          </a:solidFill>
                          <a:effectLst/>
                          <a:latin typeface="+mn-lt"/>
                          <a:ea typeface="+mn-ea"/>
                          <a:cs typeface="Arial" panose="020B0604020202020204" pitchFamily="34" charset="0"/>
                        </a:rPr>
                        <a:t>trans_date_trans_time</a:t>
                      </a:r>
                      <a:r>
                        <a:rPr lang="en-US" sz="1200" kern="1200" dirty="0">
                          <a:solidFill>
                            <a:schemeClr val="dk1"/>
                          </a:solidFill>
                          <a:effectLst/>
                          <a:latin typeface="+mn-lt"/>
                          <a:ea typeface="+mn-ea"/>
                          <a:cs typeface="Arial" panose="020B0604020202020204" pitchFamily="34" charset="0"/>
                        </a:rPr>
                        <a:t> </a:t>
                      </a:r>
                      <a:endParaRPr lang="en-US" sz="1200" dirty="0">
                        <a:latin typeface="+mn-lt"/>
                        <a:cs typeface="Arial" panose="020B0604020202020204" pitchFamily="34" charset="0"/>
                      </a:endParaRPr>
                    </a:p>
                  </a:txBody>
                  <a:tcPr/>
                </a:tc>
                <a:tc>
                  <a:txBody>
                    <a:bodyPr/>
                    <a:lstStyle/>
                    <a:p>
                      <a:r>
                        <a:rPr lang="vi-VN" sz="1200" kern="1200" dirty="0">
                          <a:solidFill>
                            <a:schemeClr val="dk1"/>
                          </a:solidFill>
                          <a:effectLst/>
                          <a:latin typeface="+mn-lt"/>
                          <a:ea typeface="+mn-ea"/>
                          <a:cs typeface="+mn-cs"/>
                        </a:rPr>
                        <a:t>Thời gian giao dịch</a:t>
                      </a:r>
                      <a:endParaRPr lang="en-US" sz="1200" dirty="0">
                        <a:latin typeface="+mn-lt"/>
                      </a:endParaRPr>
                    </a:p>
                  </a:txBody>
                  <a:tcPr/>
                </a:tc>
                <a:extLst>
                  <a:ext uri="{0D108BD9-81ED-4DB2-BD59-A6C34878D82A}">
                    <a16:rowId xmlns:a16="http://schemas.microsoft.com/office/drawing/2014/main" val="1152563267"/>
                  </a:ext>
                </a:extLst>
              </a:tr>
              <a:tr h="269276">
                <a:tc>
                  <a:txBody>
                    <a:bodyPr/>
                    <a:lstStyle/>
                    <a:p>
                      <a:r>
                        <a:rPr lang="vi-VN" sz="1200" kern="1200" dirty="0">
                          <a:solidFill>
                            <a:schemeClr val="dk1"/>
                          </a:solidFill>
                          <a:effectLst/>
                          <a:latin typeface="+mn-lt"/>
                          <a:ea typeface="+mn-ea"/>
                          <a:cs typeface="+mn-cs"/>
                        </a:rPr>
                        <a:t>cc_num </a:t>
                      </a:r>
                      <a:endParaRPr lang="en-US" sz="1200" dirty="0">
                        <a:latin typeface="+mn-lt"/>
                      </a:endParaRPr>
                    </a:p>
                  </a:txBody>
                  <a:tcPr/>
                </a:tc>
                <a:tc>
                  <a:txBody>
                    <a:bodyPr/>
                    <a:lstStyle/>
                    <a:p>
                      <a:r>
                        <a:rPr lang="vi-VN" sz="1200" kern="1200" dirty="0">
                          <a:solidFill>
                            <a:schemeClr val="dk1"/>
                          </a:solidFill>
                          <a:effectLst/>
                          <a:latin typeface="+mn-lt"/>
                          <a:ea typeface="+mn-ea"/>
                          <a:cs typeface="+mn-cs"/>
                        </a:rPr>
                        <a:t>Số thẻ tín dụng (đã bảo mật)</a:t>
                      </a:r>
                      <a:endParaRPr lang="en-US" sz="1200" dirty="0">
                        <a:latin typeface="+mn-lt"/>
                      </a:endParaRPr>
                    </a:p>
                  </a:txBody>
                  <a:tcPr/>
                </a:tc>
                <a:extLst>
                  <a:ext uri="{0D108BD9-81ED-4DB2-BD59-A6C34878D82A}">
                    <a16:rowId xmlns:a16="http://schemas.microsoft.com/office/drawing/2014/main" val="2958846218"/>
                  </a:ext>
                </a:extLst>
              </a:tr>
              <a:tr h="269276">
                <a:tc>
                  <a:txBody>
                    <a:bodyPr/>
                    <a:lstStyle/>
                    <a:p>
                      <a:r>
                        <a:rPr lang="vi-VN" sz="1200" kern="1200" dirty="0">
                          <a:solidFill>
                            <a:schemeClr val="dk1"/>
                          </a:solidFill>
                          <a:effectLst/>
                          <a:latin typeface="+mn-lt"/>
                          <a:ea typeface="+mn-ea"/>
                          <a:cs typeface="+mn-cs"/>
                        </a:rPr>
                        <a:t>merchant</a:t>
                      </a:r>
                      <a:endParaRPr lang="en-US" sz="1200" dirty="0">
                        <a:latin typeface="+mn-lt"/>
                      </a:endParaRPr>
                    </a:p>
                  </a:txBody>
                  <a:tcPr/>
                </a:tc>
                <a:tc>
                  <a:txBody>
                    <a:bodyPr/>
                    <a:lstStyle/>
                    <a:p>
                      <a:r>
                        <a:rPr lang="vi-VN" sz="1200" kern="1200" dirty="0">
                          <a:solidFill>
                            <a:schemeClr val="dk1"/>
                          </a:solidFill>
                          <a:effectLst/>
                          <a:latin typeface="+mn-lt"/>
                          <a:ea typeface="+mn-ea"/>
                          <a:cs typeface="+mn-cs"/>
                        </a:rPr>
                        <a:t>Tên người bán</a:t>
                      </a:r>
                      <a:endParaRPr lang="en-US" sz="1200" dirty="0">
                        <a:latin typeface="+mn-lt"/>
                      </a:endParaRPr>
                    </a:p>
                  </a:txBody>
                  <a:tcPr/>
                </a:tc>
                <a:extLst>
                  <a:ext uri="{0D108BD9-81ED-4DB2-BD59-A6C34878D82A}">
                    <a16:rowId xmlns:a16="http://schemas.microsoft.com/office/drawing/2014/main" val="3169513942"/>
                  </a:ext>
                </a:extLst>
              </a:tr>
              <a:tr h="269276">
                <a:tc>
                  <a:txBody>
                    <a:bodyPr/>
                    <a:lstStyle/>
                    <a:p>
                      <a:r>
                        <a:rPr lang="vi-VN" sz="1200" kern="1200" dirty="0">
                          <a:solidFill>
                            <a:schemeClr val="dk1"/>
                          </a:solidFill>
                          <a:effectLst/>
                          <a:latin typeface="+mn-lt"/>
                          <a:ea typeface="+mn-ea"/>
                          <a:cs typeface="+mn-cs"/>
                        </a:rPr>
                        <a:t>category</a:t>
                      </a:r>
                      <a:endParaRPr lang="en-US" sz="1200" dirty="0">
                        <a:latin typeface="+mn-lt"/>
                      </a:endParaRPr>
                    </a:p>
                  </a:txBody>
                  <a:tcPr/>
                </a:tc>
                <a:tc>
                  <a:txBody>
                    <a:bodyPr/>
                    <a:lstStyle/>
                    <a:p>
                      <a:r>
                        <a:rPr lang="vi-VN" sz="1200" kern="1200" dirty="0">
                          <a:solidFill>
                            <a:schemeClr val="dk1"/>
                          </a:solidFill>
                          <a:effectLst/>
                          <a:latin typeface="+mn-lt"/>
                          <a:ea typeface="+mn-ea"/>
                          <a:cs typeface="+mn-cs"/>
                        </a:rPr>
                        <a:t>Loại giao dịch</a:t>
                      </a:r>
                      <a:endParaRPr lang="en-US" sz="1200" dirty="0">
                        <a:latin typeface="+mn-lt"/>
                      </a:endParaRPr>
                    </a:p>
                  </a:txBody>
                  <a:tcPr/>
                </a:tc>
                <a:extLst>
                  <a:ext uri="{0D108BD9-81ED-4DB2-BD59-A6C34878D82A}">
                    <a16:rowId xmlns:a16="http://schemas.microsoft.com/office/drawing/2014/main" val="3244730304"/>
                  </a:ext>
                </a:extLst>
              </a:tr>
              <a:tr h="269276">
                <a:tc>
                  <a:txBody>
                    <a:bodyPr/>
                    <a:lstStyle/>
                    <a:p>
                      <a:r>
                        <a:rPr lang="vi-VN" sz="1200" kern="1200" dirty="0">
                          <a:solidFill>
                            <a:schemeClr val="dk1"/>
                          </a:solidFill>
                          <a:effectLst/>
                          <a:latin typeface="+mn-lt"/>
                          <a:ea typeface="+mn-ea"/>
                          <a:cs typeface="+mn-cs"/>
                        </a:rPr>
                        <a:t>amt</a:t>
                      </a:r>
                      <a:endParaRPr lang="en-US" sz="1200" dirty="0">
                        <a:latin typeface="+mn-lt"/>
                      </a:endParaRPr>
                    </a:p>
                  </a:txBody>
                  <a:tcPr/>
                </a:tc>
                <a:tc>
                  <a:txBody>
                    <a:bodyPr/>
                    <a:lstStyle/>
                    <a:p>
                      <a:r>
                        <a:rPr lang="vi-VN" sz="1200" kern="1200" dirty="0">
                          <a:solidFill>
                            <a:schemeClr val="dk1"/>
                          </a:solidFill>
                          <a:effectLst/>
                          <a:latin typeface="+mn-lt"/>
                          <a:ea typeface="+mn-ea"/>
                          <a:cs typeface="+mn-cs"/>
                        </a:rPr>
                        <a:t>Số tiền giao dịch</a:t>
                      </a:r>
                      <a:endParaRPr lang="en-US" sz="1000" dirty="0">
                        <a:latin typeface="+mn-lt"/>
                      </a:endParaRPr>
                    </a:p>
                  </a:txBody>
                  <a:tcPr/>
                </a:tc>
                <a:extLst>
                  <a:ext uri="{0D108BD9-81ED-4DB2-BD59-A6C34878D82A}">
                    <a16:rowId xmlns:a16="http://schemas.microsoft.com/office/drawing/2014/main" val="3488437924"/>
                  </a:ext>
                </a:extLst>
              </a:tr>
              <a:tr h="269276">
                <a:tc>
                  <a:txBody>
                    <a:bodyPr/>
                    <a:lstStyle/>
                    <a:p>
                      <a:r>
                        <a:rPr lang="vi-VN" sz="1200" kern="1200" dirty="0">
                          <a:solidFill>
                            <a:schemeClr val="dk1"/>
                          </a:solidFill>
                          <a:effectLst/>
                          <a:latin typeface="+mn-lt"/>
                          <a:ea typeface="+mn-ea"/>
                          <a:cs typeface="+mn-cs"/>
                        </a:rPr>
                        <a:t>first</a:t>
                      </a:r>
                      <a:endParaRPr lang="en-US" sz="1200" dirty="0">
                        <a:latin typeface="+mn-lt"/>
                      </a:endParaRPr>
                    </a:p>
                  </a:txBody>
                  <a:tcPr/>
                </a:tc>
                <a:tc>
                  <a:txBody>
                    <a:bodyPr/>
                    <a:lstStyle/>
                    <a:p>
                      <a:pPr marL="0" algn="l" defTabSz="914400" rtl="0" eaLnBrk="1" latinLnBrk="0" hangingPunct="1"/>
                      <a:r>
                        <a:rPr lang="en-US" sz="1200" kern="1200" dirty="0" err="1">
                          <a:solidFill>
                            <a:schemeClr val="dk1"/>
                          </a:solidFill>
                          <a:effectLst/>
                          <a:latin typeface="Arial" panose="020B0604020202020204" pitchFamily="34" charset="0"/>
                          <a:ea typeface="+mn-ea"/>
                          <a:cs typeface="Arial" panose="020B0604020202020204" pitchFamily="34" charset="0"/>
                        </a:rPr>
                        <a:t>Họ</a:t>
                      </a:r>
                      <a:r>
                        <a:rPr lang="en-US" sz="1200" kern="1200" dirty="0">
                          <a:solidFill>
                            <a:schemeClr val="dk1"/>
                          </a:solidFill>
                          <a:effectLst/>
                          <a:latin typeface="Arial" panose="020B0604020202020204" pitchFamily="34" charset="0"/>
                          <a:ea typeface="+mn-ea"/>
                          <a:cs typeface="Arial" panose="020B0604020202020204" pitchFamily="34" charset="0"/>
                        </a:rPr>
                        <a:t> </a:t>
                      </a:r>
                      <a:r>
                        <a:rPr lang="en-US" sz="1200" kern="1200" dirty="0" err="1">
                          <a:solidFill>
                            <a:schemeClr val="dk1"/>
                          </a:solidFill>
                          <a:effectLst/>
                          <a:latin typeface="Arial" panose="020B0604020202020204" pitchFamily="34" charset="0"/>
                          <a:ea typeface="+mn-ea"/>
                          <a:cs typeface="Arial" panose="020B0604020202020204" pitchFamily="34" charset="0"/>
                        </a:rPr>
                        <a:t>của</a:t>
                      </a:r>
                      <a:r>
                        <a:rPr lang="en-US" sz="1200" kern="1200" dirty="0">
                          <a:solidFill>
                            <a:schemeClr val="dk1"/>
                          </a:solidFill>
                          <a:effectLst/>
                          <a:latin typeface="Arial" panose="020B0604020202020204" pitchFamily="34" charset="0"/>
                          <a:ea typeface="+mn-ea"/>
                          <a:cs typeface="Arial" panose="020B0604020202020204" pitchFamily="34" charset="0"/>
                        </a:rPr>
                        <a:t> </a:t>
                      </a:r>
                      <a:r>
                        <a:rPr lang="en-US" sz="1200" kern="1200" dirty="0" err="1">
                          <a:solidFill>
                            <a:schemeClr val="dk1"/>
                          </a:solidFill>
                          <a:effectLst/>
                          <a:latin typeface="Arial" panose="020B0604020202020204" pitchFamily="34" charset="0"/>
                          <a:ea typeface="+mn-ea"/>
                          <a:cs typeface="Arial" panose="020B0604020202020204" pitchFamily="34" charset="0"/>
                        </a:rPr>
                        <a:t>chủ</a:t>
                      </a:r>
                      <a:r>
                        <a:rPr lang="en-US" sz="1200" kern="1200" dirty="0">
                          <a:solidFill>
                            <a:schemeClr val="dk1"/>
                          </a:solidFill>
                          <a:effectLst/>
                          <a:latin typeface="Arial" panose="020B0604020202020204" pitchFamily="34" charset="0"/>
                          <a:ea typeface="+mn-ea"/>
                          <a:cs typeface="Arial" panose="020B0604020202020204" pitchFamily="34" charset="0"/>
                        </a:rPr>
                        <a:t> </a:t>
                      </a:r>
                      <a:r>
                        <a:rPr lang="en-US" sz="1200" kern="1200" dirty="0" err="1">
                          <a:solidFill>
                            <a:schemeClr val="dk1"/>
                          </a:solidFill>
                          <a:effectLst/>
                          <a:latin typeface="Arial" panose="020B0604020202020204" pitchFamily="34" charset="0"/>
                          <a:ea typeface="+mn-ea"/>
                          <a:cs typeface="Arial" panose="020B0604020202020204" pitchFamily="34" charset="0"/>
                        </a:rPr>
                        <a:t>thẻ</a:t>
                      </a:r>
                      <a:endParaRPr lang="en-US" sz="12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2584066779"/>
                  </a:ext>
                </a:extLst>
              </a:tr>
              <a:tr h="269276">
                <a:tc>
                  <a:txBody>
                    <a:bodyPr/>
                    <a:lstStyle/>
                    <a:p>
                      <a:r>
                        <a:rPr lang="vi-VN" sz="1200" kern="1200" dirty="0">
                          <a:solidFill>
                            <a:schemeClr val="dk1"/>
                          </a:solidFill>
                          <a:effectLst/>
                          <a:latin typeface="+mn-lt"/>
                          <a:ea typeface="+mn-ea"/>
                          <a:cs typeface="+mn-cs"/>
                        </a:rPr>
                        <a:t>last</a:t>
                      </a:r>
                      <a:endParaRPr lang="en-US" sz="1200" dirty="0">
                        <a:latin typeface="+mn-lt"/>
                      </a:endParaRPr>
                    </a:p>
                  </a:txBody>
                  <a:tcPr/>
                </a:tc>
                <a:tc>
                  <a:txBody>
                    <a:bodyPr/>
                    <a:lstStyle/>
                    <a:p>
                      <a:r>
                        <a:rPr lang="en-US" sz="1200" dirty="0" err="1">
                          <a:latin typeface="+mn-lt"/>
                        </a:rPr>
                        <a:t>Tên</a:t>
                      </a:r>
                      <a:r>
                        <a:rPr lang="en-US" sz="1200" dirty="0">
                          <a:latin typeface="+mn-lt"/>
                        </a:rPr>
                        <a:t> </a:t>
                      </a:r>
                      <a:r>
                        <a:rPr lang="en-US" sz="1200" dirty="0" err="1">
                          <a:latin typeface="+mn-lt"/>
                        </a:rPr>
                        <a:t>của</a:t>
                      </a:r>
                      <a:r>
                        <a:rPr lang="en-US" sz="1200" dirty="0">
                          <a:latin typeface="+mn-lt"/>
                        </a:rPr>
                        <a:t> </a:t>
                      </a:r>
                      <a:r>
                        <a:rPr lang="en-US" sz="1200" dirty="0" err="1">
                          <a:latin typeface="+mn-lt"/>
                        </a:rPr>
                        <a:t>chủ</a:t>
                      </a:r>
                      <a:r>
                        <a:rPr lang="en-US" sz="1200" dirty="0">
                          <a:latin typeface="+mn-lt"/>
                        </a:rPr>
                        <a:t> </a:t>
                      </a:r>
                      <a:r>
                        <a:rPr lang="en-US" sz="1200" dirty="0" err="1">
                          <a:latin typeface="+mn-lt"/>
                        </a:rPr>
                        <a:t>thẻ</a:t>
                      </a:r>
                      <a:endParaRPr lang="en-US" sz="1200" dirty="0">
                        <a:latin typeface="+mn-lt"/>
                      </a:endParaRPr>
                    </a:p>
                  </a:txBody>
                  <a:tcPr/>
                </a:tc>
                <a:extLst>
                  <a:ext uri="{0D108BD9-81ED-4DB2-BD59-A6C34878D82A}">
                    <a16:rowId xmlns:a16="http://schemas.microsoft.com/office/drawing/2014/main" val="3170492919"/>
                  </a:ext>
                </a:extLst>
              </a:tr>
              <a:tr h="269276">
                <a:tc>
                  <a:txBody>
                    <a:bodyPr/>
                    <a:lstStyle/>
                    <a:p>
                      <a:r>
                        <a:rPr lang="vi-VN" sz="1200" kern="1200" dirty="0">
                          <a:solidFill>
                            <a:schemeClr val="dk1"/>
                          </a:solidFill>
                          <a:effectLst/>
                          <a:latin typeface="+mn-lt"/>
                          <a:ea typeface="+mn-ea"/>
                          <a:cs typeface="+mn-cs"/>
                        </a:rPr>
                        <a:t>gender</a:t>
                      </a:r>
                      <a:endParaRPr lang="en-US" sz="1200" dirty="0">
                        <a:latin typeface="+mn-lt"/>
                      </a:endParaRPr>
                    </a:p>
                  </a:txBody>
                  <a:tcPr/>
                </a:tc>
                <a:tc>
                  <a:txBody>
                    <a:bodyPr/>
                    <a:lstStyle/>
                    <a:p>
                      <a:r>
                        <a:rPr lang="en-US" sz="1200" dirty="0" err="1">
                          <a:latin typeface="+mn-lt"/>
                        </a:rPr>
                        <a:t>Giới</a:t>
                      </a:r>
                      <a:r>
                        <a:rPr lang="en-US" sz="1200" dirty="0">
                          <a:latin typeface="+mn-lt"/>
                        </a:rPr>
                        <a:t> </a:t>
                      </a:r>
                      <a:r>
                        <a:rPr lang="en-US" sz="1200" dirty="0" err="1">
                          <a:latin typeface="+mn-lt"/>
                        </a:rPr>
                        <a:t>tính</a:t>
                      </a:r>
                      <a:r>
                        <a:rPr lang="en-US" sz="1200" dirty="0">
                          <a:latin typeface="+mn-lt"/>
                        </a:rPr>
                        <a:t> </a:t>
                      </a:r>
                      <a:r>
                        <a:rPr lang="en-US" sz="1200" dirty="0" err="1">
                          <a:latin typeface="+mn-lt"/>
                        </a:rPr>
                        <a:t>của</a:t>
                      </a:r>
                      <a:r>
                        <a:rPr lang="en-US" sz="1200" dirty="0">
                          <a:latin typeface="+mn-lt"/>
                        </a:rPr>
                        <a:t> </a:t>
                      </a:r>
                      <a:r>
                        <a:rPr lang="en-US" sz="1200" dirty="0" err="1">
                          <a:latin typeface="+mn-lt"/>
                        </a:rPr>
                        <a:t>chủ</a:t>
                      </a:r>
                      <a:r>
                        <a:rPr lang="en-US" sz="1200" dirty="0">
                          <a:latin typeface="+mn-lt"/>
                        </a:rPr>
                        <a:t> </a:t>
                      </a:r>
                      <a:r>
                        <a:rPr lang="en-US" sz="1200" dirty="0" err="1">
                          <a:latin typeface="+mn-lt"/>
                        </a:rPr>
                        <a:t>thẻ</a:t>
                      </a:r>
                      <a:endParaRPr lang="en-US" sz="1200" dirty="0">
                        <a:latin typeface="+mn-lt"/>
                      </a:endParaRPr>
                    </a:p>
                  </a:txBody>
                  <a:tcPr/>
                </a:tc>
                <a:extLst>
                  <a:ext uri="{0D108BD9-81ED-4DB2-BD59-A6C34878D82A}">
                    <a16:rowId xmlns:a16="http://schemas.microsoft.com/office/drawing/2014/main" val="2320198676"/>
                  </a:ext>
                </a:extLst>
              </a:tr>
              <a:tr h="269276">
                <a:tc>
                  <a:txBody>
                    <a:bodyPr/>
                    <a:lstStyle/>
                    <a:p>
                      <a:r>
                        <a:rPr lang="vi-VN" sz="1200" kern="1200" dirty="0">
                          <a:solidFill>
                            <a:schemeClr val="dk1"/>
                          </a:solidFill>
                          <a:effectLst/>
                          <a:latin typeface="+mn-lt"/>
                          <a:ea typeface="+mn-ea"/>
                          <a:cs typeface="+mn-cs"/>
                        </a:rPr>
                        <a:t>street</a:t>
                      </a:r>
                      <a:endParaRPr lang="en-US" sz="1200" dirty="0">
                        <a:latin typeface="+mn-lt"/>
                      </a:endParaRPr>
                    </a:p>
                  </a:txBody>
                  <a:tcPr/>
                </a:tc>
                <a:tc>
                  <a:txBody>
                    <a:bodyPr/>
                    <a:lstStyle/>
                    <a:p>
                      <a:r>
                        <a:rPr lang="vi-VN" sz="1200" dirty="0">
                          <a:latin typeface="+mn-lt"/>
                        </a:rPr>
                        <a:t>địa chỉ đường của chủ thẻ</a:t>
                      </a:r>
                      <a:endParaRPr lang="en-US" sz="1200" dirty="0">
                        <a:latin typeface="+mn-lt"/>
                      </a:endParaRPr>
                    </a:p>
                  </a:txBody>
                  <a:tcPr/>
                </a:tc>
                <a:extLst>
                  <a:ext uri="{0D108BD9-81ED-4DB2-BD59-A6C34878D82A}">
                    <a16:rowId xmlns:a16="http://schemas.microsoft.com/office/drawing/2014/main" val="3891827622"/>
                  </a:ext>
                </a:extLst>
              </a:tr>
              <a:tr h="269276">
                <a:tc>
                  <a:txBody>
                    <a:bodyPr/>
                    <a:lstStyle/>
                    <a:p>
                      <a:r>
                        <a:rPr lang="vi-VN" sz="1200" kern="1200" dirty="0">
                          <a:solidFill>
                            <a:schemeClr val="dk1"/>
                          </a:solidFill>
                          <a:effectLst/>
                          <a:latin typeface="+mn-lt"/>
                          <a:ea typeface="+mn-ea"/>
                          <a:cs typeface="+mn-cs"/>
                        </a:rPr>
                        <a:t>city</a:t>
                      </a:r>
                      <a:endParaRPr lang="en-US" sz="1200" dirty="0">
                        <a:latin typeface="+mn-lt"/>
                      </a:endParaRPr>
                    </a:p>
                  </a:txBody>
                  <a:tcPr/>
                </a:tc>
                <a:tc>
                  <a:txBody>
                    <a:bodyPr/>
                    <a:lstStyle/>
                    <a:p>
                      <a:r>
                        <a:rPr lang="vi-VN" sz="1200" dirty="0">
                          <a:latin typeface="+mn-lt"/>
                        </a:rPr>
                        <a:t>thành phố cư trú</a:t>
                      </a:r>
                      <a:endParaRPr lang="en-US" sz="1200" dirty="0">
                        <a:latin typeface="+mn-lt"/>
                      </a:endParaRPr>
                    </a:p>
                  </a:txBody>
                  <a:tcPr/>
                </a:tc>
                <a:extLst>
                  <a:ext uri="{0D108BD9-81ED-4DB2-BD59-A6C34878D82A}">
                    <a16:rowId xmlns:a16="http://schemas.microsoft.com/office/drawing/2014/main" val="4194434797"/>
                  </a:ext>
                </a:extLst>
              </a:tr>
              <a:tr h="269276">
                <a:tc>
                  <a:txBody>
                    <a:bodyPr/>
                    <a:lstStyle/>
                    <a:p>
                      <a:r>
                        <a:rPr lang="en-US" sz="1200" dirty="0">
                          <a:latin typeface="+mn-lt"/>
                        </a:rPr>
                        <a:t>state</a:t>
                      </a:r>
                    </a:p>
                  </a:txBody>
                  <a:tcPr/>
                </a:tc>
                <a:tc>
                  <a:txBody>
                    <a:bodyPr/>
                    <a:lstStyle/>
                    <a:p>
                      <a:r>
                        <a:rPr lang="vi-VN" sz="1200" dirty="0">
                          <a:latin typeface="+mn-lt"/>
                        </a:rPr>
                        <a:t>bang cư trú</a:t>
                      </a:r>
                      <a:endParaRPr lang="en-US" sz="1200" dirty="0">
                        <a:latin typeface="+mn-lt"/>
                      </a:endParaRPr>
                    </a:p>
                  </a:txBody>
                  <a:tcPr/>
                </a:tc>
                <a:extLst>
                  <a:ext uri="{0D108BD9-81ED-4DB2-BD59-A6C34878D82A}">
                    <a16:rowId xmlns:a16="http://schemas.microsoft.com/office/drawing/2014/main" val="2726078782"/>
                  </a:ext>
                </a:extLst>
              </a:tr>
              <a:tr h="269276">
                <a:tc>
                  <a:txBody>
                    <a:bodyPr/>
                    <a:lstStyle/>
                    <a:p>
                      <a:r>
                        <a:rPr lang="en-US" sz="1200" dirty="0">
                          <a:latin typeface="+mn-lt"/>
                        </a:rPr>
                        <a:t>zip</a:t>
                      </a:r>
                    </a:p>
                  </a:txBody>
                  <a:tcPr/>
                </a:tc>
                <a:tc>
                  <a:txBody>
                    <a:bodyPr/>
                    <a:lstStyle/>
                    <a:p>
                      <a:r>
                        <a:rPr lang="vi-VN" sz="1200" dirty="0">
                          <a:latin typeface="+mn-lt"/>
                        </a:rPr>
                        <a:t>mã bưu điện</a:t>
                      </a:r>
                      <a:endParaRPr lang="en-US" sz="1200" dirty="0">
                        <a:latin typeface="+mn-lt"/>
                      </a:endParaRPr>
                    </a:p>
                  </a:txBody>
                  <a:tcPr/>
                </a:tc>
                <a:extLst>
                  <a:ext uri="{0D108BD9-81ED-4DB2-BD59-A6C34878D82A}">
                    <a16:rowId xmlns:a16="http://schemas.microsoft.com/office/drawing/2014/main" val="2831288299"/>
                  </a:ext>
                </a:extLst>
              </a:tr>
              <a:tr h="269276">
                <a:tc>
                  <a:txBody>
                    <a:bodyPr/>
                    <a:lstStyle/>
                    <a:p>
                      <a:r>
                        <a:rPr lang="vi-VN" sz="1200" kern="1200" dirty="0">
                          <a:solidFill>
                            <a:schemeClr val="dk1"/>
                          </a:solidFill>
                          <a:latin typeface="+mn-lt"/>
                          <a:ea typeface="+mn-ea"/>
                          <a:cs typeface="+mn-cs"/>
                        </a:rPr>
                        <a:t>lat</a:t>
                      </a:r>
                      <a:endParaRPr lang="en-US" sz="1200" kern="1200" dirty="0">
                        <a:solidFill>
                          <a:schemeClr val="dk1"/>
                        </a:solidFill>
                        <a:latin typeface="+mn-lt"/>
                        <a:ea typeface="+mn-ea"/>
                        <a:cs typeface="+mn-cs"/>
                      </a:endParaRPr>
                    </a:p>
                  </a:txBody>
                  <a:tcPr/>
                </a:tc>
                <a:tc>
                  <a:txBody>
                    <a:bodyPr/>
                    <a:lstStyle/>
                    <a:p>
                      <a:r>
                        <a:rPr lang="vi-VN" sz="1200" dirty="0">
                          <a:latin typeface="+mn-lt"/>
                        </a:rPr>
                        <a:t>vĩ độ nơi cư trú</a:t>
                      </a:r>
                      <a:endParaRPr lang="en-US" sz="1200" dirty="0">
                        <a:latin typeface="+mn-lt"/>
                      </a:endParaRPr>
                    </a:p>
                  </a:txBody>
                  <a:tcPr/>
                </a:tc>
                <a:extLst>
                  <a:ext uri="{0D108BD9-81ED-4DB2-BD59-A6C34878D82A}">
                    <a16:rowId xmlns:a16="http://schemas.microsoft.com/office/drawing/2014/main" val="3754694122"/>
                  </a:ext>
                </a:extLst>
              </a:tr>
              <a:tr h="269276">
                <a:tc>
                  <a:txBody>
                    <a:bodyPr/>
                    <a:lstStyle/>
                    <a:p>
                      <a:r>
                        <a:rPr lang="vi-VN" sz="1200" dirty="0">
                          <a:latin typeface="+mn-lt"/>
                        </a:rPr>
                        <a:t>long</a:t>
                      </a:r>
                      <a:endParaRPr lang="en-US" sz="1200" dirty="0">
                        <a:latin typeface="+mn-lt"/>
                      </a:endParaRPr>
                    </a:p>
                  </a:txBody>
                  <a:tcPr/>
                </a:tc>
                <a:tc>
                  <a:txBody>
                    <a:bodyPr/>
                    <a:lstStyle/>
                    <a:p>
                      <a:r>
                        <a:rPr lang="vi-VN" sz="1200" dirty="0">
                          <a:latin typeface="+mn-lt"/>
                        </a:rPr>
                        <a:t>kinh độ nơi cư trú</a:t>
                      </a:r>
                      <a:endParaRPr lang="en-US" sz="1200" dirty="0">
                        <a:latin typeface="+mn-lt"/>
                      </a:endParaRPr>
                    </a:p>
                  </a:txBody>
                  <a:tcPr/>
                </a:tc>
                <a:extLst>
                  <a:ext uri="{0D108BD9-81ED-4DB2-BD59-A6C34878D82A}">
                    <a16:rowId xmlns:a16="http://schemas.microsoft.com/office/drawing/2014/main" val="3635644432"/>
                  </a:ext>
                </a:extLst>
              </a:tr>
              <a:tr h="269276">
                <a:tc>
                  <a:txBody>
                    <a:bodyPr/>
                    <a:lstStyle/>
                    <a:p>
                      <a:r>
                        <a:rPr lang="en-US" sz="1200" dirty="0" err="1">
                          <a:latin typeface="+mn-lt"/>
                        </a:rPr>
                        <a:t>city_pop</a:t>
                      </a:r>
                      <a:endParaRPr lang="en-US" sz="1200" dirty="0">
                        <a:latin typeface="+mn-lt"/>
                      </a:endParaRPr>
                    </a:p>
                  </a:txBody>
                  <a:tcPr/>
                </a:tc>
                <a:tc>
                  <a:txBody>
                    <a:bodyPr/>
                    <a:lstStyle/>
                    <a:p>
                      <a:r>
                        <a:rPr lang="en-US" sz="1200" dirty="0" err="1">
                          <a:latin typeface="+mn-lt"/>
                        </a:rPr>
                        <a:t>dân</a:t>
                      </a:r>
                      <a:r>
                        <a:rPr lang="en-US" sz="1200" dirty="0">
                          <a:latin typeface="+mn-lt"/>
                        </a:rPr>
                        <a:t> </a:t>
                      </a:r>
                      <a:r>
                        <a:rPr lang="en-US" sz="1200" dirty="0" err="1">
                          <a:latin typeface="+mn-lt"/>
                        </a:rPr>
                        <a:t>số</a:t>
                      </a:r>
                      <a:r>
                        <a:rPr lang="en-US" sz="1200" dirty="0">
                          <a:latin typeface="+mn-lt"/>
                        </a:rPr>
                        <a:t> </a:t>
                      </a:r>
                      <a:r>
                        <a:rPr lang="en-US" sz="1200" dirty="0" err="1">
                          <a:latin typeface="+mn-lt"/>
                        </a:rPr>
                        <a:t>của</a:t>
                      </a:r>
                      <a:r>
                        <a:rPr lang="en-US" sz="1200" dirty="0">
                          <a:latin typeface="+mn-lt"/>
                        </a:rPr>
                        <a:t> </a:t>
                      </a:r>
                      <a:r>
                        <a:rPr lang="en-US" sz="1200" dirty="0" err="1">
                          <a:latin typeface="+mn-lt"/>
                        </a:rPr>
                        <a:t>thành</a:t>
                      </a:r>
                      <a:r>
                        <a:rPr lang="en-US" sz="1200" dirty="0">
                          <a:latin typeface="+mn-lt"/>
                        </a:rPr>
                        <a:t> </a:t>
                      </a:r>
                      <a:r>
                        <a:rPr lang="en-US" sz="1200" dirty="0" err="1">
                          <a:latin typeface="+mn-lt"/>
                        </a:rPr>
                        <a:t>phố</a:t>
                      </a:r>
                      <a:endParaRPr lang="en-US" sz="1200" dirty="0">
                        <a:latin typeface="+mn-lt"/>
                      </a:endParaRPr>
                    </a:p>
                  </a:txBody>
                  <a:tcPr/>
                </a:tc>
                <a:extLst>
                  <a:ext uri="{0D108BD9-81ED-4DB2-BD59-A6C34878D82A}">
                    <a16:rowId xmlns:a16="http://schemas.microsoft.com/office/drawing/2014/main" val="155672819"/>
                  </a:ext>
                </a:extLst>
              </a:tr>
              <a:tr h="269276">
                <a:tc>
                  <a:txBody>
                    <a:bodyPr/>
                    <a:lstStyle/>
                    <a:p>
                      <a:r>
                        <a:rPr lang="en-US" sz="1200" dirty="0">
                          <a:latin typeface="+mn-lt"/>
                        </a:rPr>
                        <a:t>job</a:t>
                      </a:r>
                    </a:p>
                  </a:txBody>
                  <a:tcPr/>
                </a:tc>
                <a:tc>
                  <a:txBody>
                    <a:bodyPr/>
                    <a:lstStyle/>
                    <a:p>
                      <a:r>
                        <a:rPr lang="en-US" sz="1200" dirty="0" err="1">
                          <a:latin typeface="+mn-lt"/>
                        </a:rPr>
                        <a:t>nghề</a:t>
                      </a:r>
                      <a:r>
                        <a:rPr lang="en-US" sz="1200" dirty="0">
                          <a:latin typeface="+mn-lt"/>
                        </a:rPr>
                        <a:t> </a:t>
                      </a:r>
                      <a:r>
                        <a:rPr lang="en-US" sz="1200" dirty="0" err="1">
                          <a:latin typeface="+mn-lt"/>
                        </a:rPr>
                        <a:t>nghiệp</a:t>
                      </a:r>
                      <a:r>
                        <a:rPr lang="en-US" sz="1200" dirty="0">
                          <a:latin typeface="+mn-lt"/>
                        </a:rPr>
                        <a:t> </a:t>
                      </a:r>
                      <a:r>
                        <a:rPr lang="en-US" sz="1200" dirty="0" err="1">
                          <a:latin typeface="+mn-lt"/>
                        </a:rPr>
                        <a:t>của</a:t>
                      </a:r>
                      <a:r>
                        <a:rPr lang="en-US" sz="1200" dirty="0">
                          <a:latin typeface="+mn-lt"/>
                        </a:rPr>
                        <a:t> </a:t>
                      </a:r>
                      <a:r>
                        <a:rPr lang="en-US" sz="1200" dirty="0" err="1">
                          <a:latin typeface="+mn-lt"/>
                        </a:rPr>
                        <a:t>chủ</a:t>
                      </a:r>
                      <a:r>
                        <a:rPr lang="en-US" sz="1200" dirty="0">
                          <a:latin typeface="+mn-lt"/>
                        </a:rPr>
                        <a:t> </a:t>
                      </a:r>
                      <a:r>
                        <a:rPr lang="en-US" sz="1200" dirty="0" err="1">
                          <a:latin typeface="+mn-lt"/>
                        </a:rPr>
                        <a:t>thẻ</a:t>
                      </a:r>
                      <a:endParaRPr lang="en-US" sz="1200" dirty="0">
                        <a:latin typeface="+mn-lt"/>
                      </a:endParaRPr>
                    </a:p>
                  </a:txBody>
                  <a:tcPr/>
                </a:tc>
                <a:extLst>
                  <a:ext uri="{0D108BD9-81ED-4DB2-BD59-A6C34878D82A}">
                    <a16:rowId xmlns:a16="http://schemas.microsoft.com/office/drawing/2014/main" val="3473346774"/>
                  </a:ext>
                </a:extLst>
              </a:tr>
              <a:tr h="269276">
                <a:tc>
                  <a:txBody>
                    <a:bodyPr/>
                    <a:lstStyle/>
                    <a:p>
                      <a:r>
                        <a:rPr lang="en-US" sz="1200" dirty="0">
                          <a:latin typeface="+mn-lt"/>
                        </a:rPr>
                        <a:t>dob</a:t>
                      </a:r>
                    </a:p>
                  </a:txBody>
                  <a:tcPr/>
                </a:tc>
                <a:tc>
                  <a:txBody>
                    <a:bodyPr/>
                    <a:lstStyle/>
                    <a:p>
                      <a:r>
                        <a:rPr lang="en-US" sz="1200" dirty="0" err="1">
                          <a:latin typeface="+mn-lt"/>
                        </a:rPr>
                        <a:t>ngày</a:t>
                      </a:r>
                      <a:r>
                        <a:rPr lang="en-US" sz="1200" dirty="0">
                          <a:latin typeface="+mn-lt"/>
                        </a:rPr>
                        <a:t> </a:t>
                      </a:r>
                      <a:r>
                        <a:rPr lang="en-US" sz="1200" dirty="0" err="1">
                          <a:latin typeface="+mn-lt"/>
                        </a:rPr>
                        <a:t>sinh</a:t>
                      </a:r>
                      <a:r>
                        <a:rPr lang="en-US" sz="1200" dirty="0">
                          <a:latin typeface="+mn-lt"/>
                        </a:rPr>
                        <a:t> </a:t>
                      </a:r>
                      <a:r>
                        <a:rPr lang="en-US" sz="1200" dirty="0" err="1">
                          <a:latin typeface="+mn-lt"/>
                        </a:rPr>
                        <a:t>của</a:t>
                      </a:r>
                      <a:r>
                        <a:rPr lang="en-US" sz="1200" dirty="0">
                          <a:latin typeface="+mn-lt"/>
                        </a:rPr>
                        <a:t> </a:t>
                      </a:r>
                      <a:r>
                        <a:rPr lang="en-US" sz="1200" dirty="0" err="1">
                          <a:latin typeface="+mn-lt"/>
                        </a:rPr>
                        <a:t>chủ</a:t>
                      </a:r>
                      <a:r>
                        <a:rPr lang="en-US" sz="1200" dirty="0">
                          <a:latin typeface="+mn-lt"/>
                        </a:rPr>
                        <a:t> </a:t>
                      </a:r>
                      <a:r>
                        <a:rPr lang="en-US" sz="1200" dirty="0" err="1">
                          <a:latin typeface="+mn-lt"/>
                        </a:rPr>
                        <a:t>thẻ</a:t>
                      </a:r>
                      <a:endParaRPr lang="en-US" sz="1200" dirty="0">
                        <a:latin typeface="+mn-lt"/>
                      </a:endParaRPr>
                    </a:p>
                  </a:txBody>
                  <a:tcPr/>
                </a:tc>
                <a:extLst>
                  <a:ext uri="{0D108BD9-81ED-4DB2-BD59-A6C34878D82A}">
                    <a16:rowId xmlns:a16="http://schemas.microsoft.com/office/drawing/2014/main" val="3041293243"/>
                  </a:ext>
                </a:extLst>
              </a:tr>
              <a:tr h="269276">
                <a:tc>
                  <a:txBody>
                    <a:bodyPr/>
                    <a:lstStyle/>
                    <a:p>
                      <a:r>
                        <a:rPr lang="en-US" sz="1200" dirty="0" err="1">
                          <a:latin typeface="+mn-lt"/>
                        </a:rPr>
                        <a:t>trans_num</a:t>
                      </a:r>
                      <a:endParaRPr lang="en-US" sz="1200" dirty="0">
                        <a:latin typeface="+mn-lt"/>
                      </a:endParaRPr>
                    </a:p>
                  </a:txBody>
                  <a:tcPr/>
                </a:tc>
                <a:tc>
                  <a:txBody>
                    <a:bodyPr/>
                    <a:lstStyle/>
                    <a:p>
                      <a:r>
                        <a:rPr lang="en-US" sz="1200" dirty="0" err="1">
                          <a:latin typeface="+mn-lt"/>
                        </a:rPr>
                        <a:t>mã</a:t>
                      </a:r>
                      <a:r>
                        <a:rPr lang="en-US" sz="1200" dirty="0">
                          <a:latin typeface="+mn-lt"/>
                        </a:rPr>
                        <a:t> </a:t>
                      </a:r>
                      <a:r>
                        <a:rPr lang="en-US" sz="1200" dirty="0" err="1">
                          <a:latin typeface="+mn-lt"/>
                        </a:rPr>
                        <a:t>giao</a:t>
                      </a:r>
                      <a:r>
                        <a:rPr lang="en-US" sz="1200" dirty="0">
                          <a:latin typeface="+mn-lt"/>
                        </a:rPr>
                        <a:t> </a:t>
                      </a:r>
                      <a:r>
                        <a:rPr lang="en-US" sz="1200" dirty="0" err="1">
                          <a:latin typeface="+mn-lt"/>
                        </a:rPr>
                        <a:t>dịch</a:t>
                      </a:r>
                      <a:endParaRPr lang="en-US" sz="1200" dirty="0">
                        <a:latin typeface="+mn-lt"/>
                      </a:endParaRPr>
                    </a:p>
                  </a:txBody>
                  <a:tcPr/>
                </a:tc>
                <a:extLst>
                  <a:ext uri="{0D108BD9-81ED-4DB2-BD59-A6C34878D82A}">
                    <a16:rowId xmlns:a16="http://schemas.microsoft.com/office/drawing/2014/main" val="1394646248"/>
                  </a:ext>
                </a:extLst>
              </a:tr>
              <a:tr h="269276">
                <a:tc>
                  <a:txBody>
                    <a:bodyPr/>
                    <a:lstStyle/>
                    <a:p>
                      <a:r>
                        <a:rPr lang="en-US" sz="1200" dirty="0" err="1">
                          <a:latin typeface="+mn-lt"/>
                        </a:rPr>
                        <a:t>unix_time</a:t>
                      </a:r>
                      <a:endParaRPr lang="en-US" sz="1200" dirty="0">
                        <a:latin typeface="+mn-lt"/>
                      </a:endParaRPr>
                    </a:p>
                  </a:txBody>
                  <a:tcPr/>
                </a:tc>
                <a:tc>
                  <a:txBody>
                    <a:bodyPr/>
                    <a:lstStyle/>
                    <a:p>
                      <a:r>
                        <a:rPr lang="en-US" sz="1200" dirty="0" err="1">
                          <a:latin typeface="+mn-lt"/>
                        </a:rPr>
                        <a:t>Thời</a:t>
                      </a:r>
                      <a:r>
                        <a:rPr lang="en-US" sz="1200" dirty="0">
                          <a:latin typeface="+mn-lt"/>
                        </a:rPr>
                        <a:t> </a:t>
                      </a:r>
                      <a:r>
                        <a:rPr lang="en-US" sz="1200" dirty="0" err="1">
                          <a:latin typeface="+mn-lt"/>
                        </a:rPr>
                        <a:t>gian</a:t>
                      </a:r>
                      <a:r>
                        <a:rPr lang="en-US" sz="1200" dirty="0">
                          <a:latin typeface="+mn-lt"/>
                        </a:rPr>
                        <a:t> </a:t>
                      </a:r>
                      <a:r>
                        <a:rPr lang="en-US" sz="1200" dirty="0" err="1">
                          <a:latin typeface="+mn-lt"/>
                        </a:rPr>
                        <a:t>giao</a:t>
                      </a:r>
                      <a:r>
                        <a:rPr lang="en-US" sz="1200" dirty="0">
                          <a:latin typeface="+mn-lt"/>
                        </a:rPr>
                        <a:t> </a:t>
                      </a:r>
                      <a:r>
                        <a:rPr lang="en-US" sz="1200" dirty="0" err="1">
                          <a:latin typeface="+mn-lt"/>
                        </a:rPr>
                        <a:t>dịch</a:t>
                      </a:r>
                      <a:r>
                        <a:rPr lang="en-US" sz="1200" dirty="0">
                          <a:latin typeface="+mn-lt"/>
                        </a:rPr>
                        <a:t> (Unix timestamp)</a:t>
                      </a:r>
                    </a:p>
                  </a:txBody>
                  <a:tcPr/>
                </a:tc>
                <a:extLst>
                  <a:ext uri="{0D108BD9-81ED-4DB2-BD59-A6C34878D82A}">
                    <a16:rowId xmlns:a16="http://schemas.microsoft.com/office/drawing/2014/main" val="2266491690"/>
                  </a:ext>
                </a:extLst>
              </a:tr>
              <a:tr h="269276">
                <a:tc>
                  <a:txBody>
                    <a:bodyPr/>
                    <a:lstStyle/>
                    <a:p>
                      <a:r>
                        <a:rPr lang="en-US" sz="1200" dirty="0" err="1">
                          <a:latin typeface="+mn-lt"/>
                        </a:rPr>
                        <a:t>merch_lat</a:t>
                      </a:r>
                      <a:endParaRPr lang="en-US" sz="1200" dirty="0">
                        <a:latin typeface="+mn-lt"/>
                      </a:endParaRPr>
                    </a:p>
                  </a:txBody>
                  <a:tcPr/>
                </a:tc>
                <a:tc>
                  <a:txBody>
                    <a:bodyPr/>
                    <a:lstStyle/>
                    <a:p>
                      <a:r>
                        <a:rPr lang="en-US" sz="1200" dirty="0" err="1">
                          <a:latin typeface="+mn-lt"/>
                        </a:rPr>
                        <a:t>vĩ</a:t>
                      </a:r>
                      <a:r>
                        <a:rPr lang="en-US" sz="1200" dirty="0">
                          <a:latin typeface="+mn-lt"/>
                        </a:rPr>
                        <a:t> </a:t>
                      </a:r>
                      <a:r>
                        <a:rPr lang="en-US" sz="1200" dirty="0" err="1">
                          <a:latin typeface="+mn-lt"/>
                        </a:rPr>
                        <a:t>độ</a:t>
                      </a:r>
                      <a:r>
                        <a:rPr lang="en-US" sz="1200" dirty="0">
                          <a:latin typeface="+mn-lt"/>
                        </a:rPr>
                        <a:t> </a:t>
                      </a:r>
                      <a:r>
                        <a:rPr lang="en-US" sz="1200" dirty="0" err="1">
                          <a:latin typeface="+mn-lt"/>
                        </a:rPr>
                        <a:t>của</a:t>
                      </a:r>
                      <a:r>
                        <a:rPr lang="en-US" sz="1200" dirty="0">
                          <a:latin typeface="+mn-lt"/>
                        </a:rPr>
                        <a:t> merchant</a:t>
                      </a:r>
                    </a:p>
                  </a:txBody>
                  <a:tcPr/>
                </a:tc>
                <a:extLst>
                  <a:ext uri="{0D108BD9-81ED-4DB2-BD59-A6C34878D82A}">
                    <a16:rowId xmlns:a16="http://schemas.microsoft.com/office/drawing/2014/main" val="982567884"/>
                  </a:ext>
                </a:extLst>
              </a:tr>
              <a:tr h="269276">
                <a:tc>
                  <a:txBody>
                    <a:bodyPr/>
                    <a:lstStyle/>
                    <a:p>
                      <a:r>
                        <a:rPr lang="en-US" sz="1200" dirty="0" err="1">
                          <a:latin typeface="+mn-lt"/>
                        </a:rPr>
                        <a:t>merch_long</a:t>
                      </a:r>
                      <a:endParaRPr lang="en-US" sz="1200" dirty="0">
                        <a:latin typeface="+mn-lt"/>
                      </a:endParaRPr>
                    </a:p>
                  </a:txBody>
                  <a:tcPr/>
                </a:tc>
                <a:tc>
                  <a:txBody>
                    <a:bodyPr/>
                    <a:lstStyle/>
                    <a:p>
                      <a:r>
                        <a:rPr lang="en-US" sz="1200" dirty="0" err="1">
                          <a:latin typeface="+mn-lt"/>
                        </a:rPr>
                        <a:t>kinh</a:t>
                      </a:r>
                      <a:r>
                        <a:rPr lang="en-US" sz="1200" dirty="0">
                          <a:latin typeface="+mn-lt"/>
                        </a:rPr>
                        <a:t> </a:t>
                      </a:r>
                      <a:r>
                        <a:rPr lang="en-US" sz="1200" dirty="0" err="1">
                          <a:latin typeface="+mn-lt"/>
                        </a:rPr>
                        <a:t>độ</a:t>
                      </a:r>
                      <a:r>
                        <a:rPr lang="en-US" sz="1200" dirty="0">
                          <a:latin typeface="+mn-lt"/>
                        </a:rPr>
                        <a:t> </a:t>
                      </a:r>
                      <a:r>
                        <a:rPr lang="en-US" sz="1200" dirty="0" err="1">
                          <a:latin typeface="+mn-lt"/>
                        </a:rPr>
                        <a:t>của</a:t>
                      </a:r>
                      <a:r>
                        <a:rPr lang="en-US" sz="1200" dirty="0">
                          <a:latin typeface="+mn-lt"/>
                        </a:rPr>
                        <a:t> merchant</a:t>
                      </a:r>
                    </a:p>
                  </a:txBody>
                  <a:tcPr/>
                </a:tc>
                <a:extLst>
                  <a:ext uri="{0D108BD9-81ED-4DB2-BD59-A6C34878D82A}">
                    <a16:rowId xmlns:a16="http://schemas.microsoft.com/office/drawing/2014/main" val="2615031657"/>
                  </a:ext>
                </a:extLst>
              </a:tr>
            </a:tbl>
          </a:graphicData>
        </a:graphic>
      </p:graphicFrame>
      <p:graphicFrame>
        <p:nvGraphicFramePr>
          <p:cNvPr id="5" name="Table 4">
            <a:extLst>
              <a:ext uri="{FF2B5EF4-FFF2-40B4-BE49-F238E27FC236}">
                <a16:creationId xmlns:a16="http://schemas.microsoft.com/office/drawing/2014/main" id="{13898D82-798A-6023-FD8C-EE5C0428DA7D}"/>
              </a:ext>
            </a:extLst>
          </p:cNvPr>
          <p:cNvGraphicFramePr>
            <a:graphicFrameLocks noGrp="1"/>
          </p:cNvGraphicFramePr>
          <p:nvPr>
            <p:extLst>
              <p:ext uri="{D42A27DB-BD31-4B8C-83A1-F6EECF244321}">
                <p14:modId xmlns:p14="http://schemas.microsoft.com/office/powerpoint/2010/main" val="2792795947"/>
              </p:ext>
            </p:extLst>
          </p:nvPr>
        </p:nvGraphicFramePr>
        <p:xfrm>
          <a:off x="8883443" y="669865"/>
          <a:ext cx="3185652" cy="778079"/>
        </p:xfrm>
        <a:graphic>
          <a:graphicData uri="http://schemas.openxmlformats.org/drawingml/2006/table">
            <a:tbl>
              <a:tblPr firstRow="1" bandRow="1">
                <a:tableStyleId>{5C22544A-7EE6-4342-B048-85BDC9FD1C3A}</a:tableStyleId>
              </a:tblPr>
              <a:tblGrid>
                <a:gridCol w="904568">
                  <a:extLst>
                    <a:ext uri="{9D8B030D-6E8A-4147-A177-3AD203B41FA5}">
                      <a16:colId xmlns:a16="http://schemas.microsoft.com/office/drawing/2014/main" val="883972597"/>
                    </a:ext>
                  </a:extLst>
                </a:gridCol>
                <a:gridCol w="2281084">
                  <a:extLst>
                    <a:ext uri="{9D8B030D-6E8A-4147-A177-3AD203B41FA5}">
                      <a16:colId xmlns:a16="http://schemas.microsoft.com/office/drawing/2014/main" val="429975745"/>
                    </a:ext>
                  </a:extLst>
                </a:gridCol>
              </a:tblGrid>
              <a:tr h="320879">
                <a:tc>
                  <a:txBody>
                    <a:bodyPr/>
                    <a:lstStyle/>
                    <a:p>
                      <a:r>
                        <a:rPr lang="vi-VN" sz="1200" dirty="0"/>
                        <a:t>Đầu ra</a:t>
                      </a:r>
                      <a:endParaRPr lang="en-US" sz="1200" dirty="0"/>
                    </a:p>
                  </a:txBody>
                  <a:tcPr/>
                </a:tc>
                <a:tc>
                  <a:txBody>
                    <a:bodyPr/>
                    <a:lstStyle/>
                    <a:p>
                      <a:r>
                        <a:rPr lang="vi-VN" sz="1200" dirty="0"/>
                        <a:t>Mô tả</a:t>
                      </a:r>
                      <a:endParaRPr lang="en-US" sz="1200" dirty="0"/>
                    </a:p>
                  </a:txBody>
                  <a:tcPr/>
                </a:tc>
                <a:extLst>
                  <a:ext uri="{0D108BD9-81ED-4DB2-BD59-A6C34878D82A}">
                    <a16:rowId xmlns:a16="http://schemas.microsoft.com/office/drawing/2014/main" val="243841351"/>
                  </a:ext>
                </a:extLst>
              </a:tr>
              <a:tr h="370840">
                <a:tc>
                  <a:txBody>
                    <a:bodyPr/>
                    <a:lstStyle/>
                    <a:p>
                      <a:r>
                        <a:rPr lang="en-US" sz="1200" dirty="0" err="1"/>
                        <a:t>is_fraud</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kern="1200" dirty="0">
                          <a:solidFill>
                            <a:schemeClr val="dk1"/>
                          </a:solidFill>
                          <a:effectLst/>
                          <a:latin typeface="+mn-lt"/>
                          <a:ea typeface="+mn-ea"/>
                          <a:cs typeface="+mn-cs"/>
                        </a:rPr>
                        <a:t>Giao dịch có gian lận hay không (0/1)</a:t>
                      </a:r>
                      <a:endParaRPr lang="en-US" sz="1200" kern="1200" dirty="0">
                        <a:solidFill>
                          <a:schemeClr val="dk1"/>
                        </a:solidFill>
                        <a:effectLst/>
                        <a:latin typeface="+mn-lt"/>
                        <a:ea typeface="+mn-ea"/>
                        <a:cs typeface="+mn-cs"/>
                      </a:endParaRPr>
                    </a:p>
                  </a:txBody>
                  <a:tcPr/>
                </a:tc>
                <a:extLst>
                  <a:ext uri="{0D108BD9-81ED-4DB2-BD59-A6C34878D82A}">
                    <a16:rowId xmlns:a16="http://schemas.microsoft.com/office/drawing/2014/main" val="3117435345"/>
                  </a:ext>
                </a:extLst>
              </a:tr>
            </a:tbl>
          </a:graphicData>
        </a:graphic>
      </p:graphicFrame>
    </p:spTree>
    <p:extLst>
      <p:ext uri="{BB962C8B-B14F-4D97-AF65-F5344CB8AC3E}">
        <p14:creationId xmlns:p14="http://schemas.microsoft.com/office/powerpoint/2010/main" val="976585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DDE16-2FB3-8ACF-988C-270395303A30}"/>
              </a:ext>
            </a:extLst>
          </p:cNvPr>
          <p:cNvSpPr>
            <a:spLocks noGrp="1"/>
          </p:cNvSpPr>
          <p:nvPr>
            <p:ph type="title"/>
          </p:nvPr>
        </p:nvSpPr>
        <p:spPr>
          <a:xfrm>
            <a:off x="179438" y="168481"/>
            <a:ext cx="5418721" cy="657429"/>
          </a:xfrm>
        </p:spPr>
        <p:txBody>
          <a:bodyPr>
            <a:noAutofit/>
          </a:bodyPr>
          <a:lstStyle/>
          <a:p>
            <a:r>
              <a:rPr lang="vi-VN" sz="3200" b="1" dirty="0"/>
              <a:t>Các hệ thống chỉ báo (KRIs)</a:t>
            </a:r>
            <a:endParaRPr lang="en-US" sz="3200" b="1" dirty="0"/>
          </a:p>
        </p:txBody>
      </p:sp>
      <p:graphicFrame>
        <p:nvGraphicFramePr>
          <p:cNvPr id="4" name="Table 3">
            <a:extLst>
              <a:ext uri="{FF2B5EF4-FFF2-40B4-BE49-F238E27FC236}">
                <a16:creationId xmlns:a16="http://schemas.microsoft.com/office/drawing/2014/main" id="{AA5B894E-4B23-52C0-2A20-D41E2D5A5F39}"/>
              </a:ext>
            </a:extLst>
          </p:cNvPr>
          <p:cNvGraphicFramePr>
            <a:graphicFrameLocks noGrp="1"/>
          </p:cNvGraphicFramePr>
          <p:nvPr>
            <p:extLst>
              <p:ext uri="{D42A27DB-BD31-4B8C-83A1-F6EECF244321}">
                <p14:modId xmlns:p14="http://schemas.microsoft.com/office/powerpoint/2010/main" val="1951645130"/>
              </p:ext>
            </p:extLst>
          </p:nvPr>
        </p:nvGraphicFramePr>
        <p:xfrm>
          <a:off x="576824" y="1003934"/>
          <a:ext cx="10346815" cy="1112520"/>
        </p:xfrm>
        <a:graphic>
          <a:graphicData uri="http://schemas.openxmlformats.org/drawingml/2006/table">
            <a:tbl>
              <a:tblPr firstRow="1" bandRow="1">
                <a:tableStyleId>{5C22544A-7EE6-4342-B048-85BDC9FD1C3A}</a:tableStyleId>
              </a:tblPr>
              <a:tblGrid>
                <a:gridCol w="3337285">
                  <a:extLst>
                    <a:ext uri="{9D8B030D-6E8A-4147-A177-3AD203B41FA5}">
                      <a16:colId xmlns:a16="http://schemas.microsoft.com/office/drawing/2014/main" val="4083624443"/>
                    </a:ext>
                  </a:extLst>
                </a:gridCol>
                <a:gridCol w="7009530">
                  <a:extLst>
                    <a:ext uri="{9D8B030D-6E8A-4147-A177-3AD203B41FA5}">
                      <a16:colId xmlns:a16="http://schemas.microsoft.com/office/drawing/2014/main" val="2195435787"/>
                    </a:ext>
                  </a:extLst>
                </a:gridCol>
              </a:tblGrid>
              <a:tr h="370840">
                <a:tc>
                  <a:txBody>
                    <a:bodyPr/>
                    <a:lstStyle/>
                    <a:p>
                      <a:r>
                        <a:rPr lang="en-US" sz="1600" dirty="0"/>
                        <a:t>N</a:t>
                      </a:r>
                      <a:r>
                        <a:rPr lang="vi-VN" sz="1600" dirty="0"/>
                        <a:t>hân khẩu học</a:t>
                      </a:r>
                      <a:endParaRPr lang="en-US" sz="1600" dirty="0"/>
                    </a:p>
                  </a:txBody>
                  <a:tcPr/>
                </a:tc>
                <a:tc>
                  <a:txBody>
                    <a:bodyPr/>
                    <a:lstStyle/>
                    <a:p>
                      <a:r>
                        <a:rPr lang="vi-VN" sz="1600" dirty="0"/>
                        <a:t>Mô tả</a:t>
                      </a:r>
                      <a:endParaRPr lang="en-US" sz="1600" dirty="0"/>
                    </a:p>
                  </a:txBody>
                  <a:tcPr/>
                </a:tc>
                <a:extLst>
                  <a:ext uri="{0D108BD9-81ED-4DB2-BD59-A6C34878D82A}">
                    <a16:rowId xmlns:a16="http://schemas.microsoft.com/office/drawing/2014/main" val="984334803"/>
                  </a:ext>
                </a:extLst>
              </a:tr>
              <a:tr h="370840">
                <a:tc>
                  <a:txBody>
                    <a:bodyPr/>
                    <a:lstStyle/>
                    <a:p>
                      <a:r>
                        <a:rPr lang="vi-VN" sz="1600" kern="1200" dirty="0">
                          <a:solidFill>
                            <a:schemeClr val="dk1"/>
                          </a:solidFill>
                          <a:effectLst/>
                          <a:latin typeface="+mn-lt"/>
                          <a:ea typeface="+mn-ea"/>
                          <a:cs typeface="+mn-cs"/>
                        </a:rPr>
                        <a:t>age</a:t>
                      </a:r>
                      <a:endParaRPr lang="en-US" sz="1600" dirty="0"/>
                    </a:p>
                  </a:txBody>
                  <a:tcPr/>
                </a:tc>
                <a:tc>
                  <a:txBody>
                    <a:bodyPr/>
                    <a:lstStyle/>
                    <a:p>
                      <a:r>
                        <a:rPr lang="vi-VN" sz="1600" dirty="0"/>
                        <a:t>độ tuổi bất thường ( ví dụ lớn hơn 70 hoặc nhỏ hơn 18)</a:t>
                      </a:r>
                      <a:endParaRPr lang="en-US" sz="1600" dirty="0"/>
                    </a:p>
                  </a:txBody>
                  <a:tcPr/>
                </a:tc>
                <a:extLst>
                  <a:ext uri="{0D108BD9-81ED-4DB2-BD59-A6C34878D82A}">
                    <a16:rowId xmlns:a16="http://schemas.microsoft.com/office/drawing/2014/main" val="2355584659"/>
                  </a:ext>
                </a:extLst>
              </a:tr>
              <a:tr h="370840">
                <a:tc>
                  <a:txBody>
                    <a:bodyPr/>
                    <a:lstStyle/>
                    <a:p>
                      <a:r>
                        <a:rPr lang="vi-VN" sz="1600" kern="1200" dirty="0">
                          <a:solidFill>
                            <a:schemeClr val="dk1"/>
                          </a:solidFill>
                          <a:effectLst/>
                          <a:latin typeface="+mn-lt"/>
                          <a:ea typeface="+mn-ea"/>
                          <a:cs typeface="+mn-cs"/>
                        </a:rPr>
                        <a:t>job</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600" kern="1200" dirty="0">
                          <a:solidFill>
                            <a:schemeClr val="dk1"/>
                          </a:solidFill>
                          <a:effectLst/>
                          <a:latin typeface="+mn-lt"/>
                          <a:ea typeface="+mn-ea"/>
                          <a:cs typeface="+mn-cs"/>
                        </a:rPr>
                        <a:t>nghề nghiệp ko rõ ( ví dụ thất nghiệp nhưng giao dịch với số tiền lớn)</a:t>
                      </a:r>
                      <a:endParaRPr lang="en-US" sz="1600" kern="1200" dirty="0">
                        <a:solidFill>
                          <a:schemeClr val="dk1"/>
                        </a:solidFill>
                        <a:effectLst/>
                        <a:latin typeface="+mn-lt"/>
                        <a:ea typeface="+mn-ea"/>
                        <a:cs typeface="+mn-cs"/>
                      </a:endParaRPr>
                    </a:p>
                  </a:txBody>
                  <a:tcPr/>
                </a:tc>
                <a:extLst>
                  <a:ext uri="{0D108BD9-81ED-4DB2-BD59-A6C34878D82A}">
                    <a16:rowId xmlns:a16="http://schemas.microsoft.com/office/drawing/2014/main" val="2799895957"/>
                  </a:ext>
                </a:extLst>
              </a:tr>
            </a:tbl>
          </a:graphicData>
        </a:graphic>
      </p:graphicFrame>
      <p:graphicFrame>
        <p:nvGraphicFramePr>
          <p:cNvPr id="5" name="Table 4">
            <a:extLst>
              <a:ext uri="{FF2B5EF4-FFF2-40B4-BE49-F238E27FC236}">
                <a16:creationId xmlns:a16="http://schemas.microsoft.com/office/drawing/2014/main" id="{339AC57B-D58E-8AFF-84FE-07ED4F192BE0}"/>
              </a:ext>
            </a:extLst>
          </p:cNvPr>
          <p:cNvGraphicFramePr>
            <a:graphicFrameLocks noGrp="1"/>
          </p:cNvGraphicFramePr>
          <p:nvPr>
            <p:extLst>
              <p:ext uri="{D42A27DB-BD31-4B8C-83A1-F6EECF244321}">
                <p14:modId xmlns:p14="http://schemas.microsoft.com/office/powerpoint/2010/main" val="750977192"/>
              </p:ext>
            </p:extLst>
          </p:nvPr>
        </p:nvGraphicFramePr>
        <p:xfrm>
          <a:off x="576824" y="2478854"/>
          <a:ext cx="6395382" cy="3545840"/>
        </p:xfrm>
        <a:graphic>
          <a:graphicData uri="http://schemas.openxmlformats.org/drawingml/2006/table">
            <a:tbl>
              <a:tblPr firstRow="1" bandRow="1">
                <a:tableStyleId>{5C22544A-7EE6-4342-B048-85BDC9FD1C3A}</a:tableStyleId>
              </a:tblPr>
              <a:tblGrid>
                <a:gridCol w="2108518">
                  <a:extLst>
                    <a:ext uri="{9D8B030D-6E8A-4147-A177-3AD203B41FA5}">
                      <a16:colId xmlns:a16="http://schemas.microsoft.com/office/drawing/2014/main" val="3610492264"/>
                    </a:ext>
                  </a:extLst>
                </a:gridCol>
                <a:gridCol w="4286864">
                  <a:extLst>
                    <a:ext uri="{9D8B030D-6E8A-4147-A177-3AD203B41FA5}">
                      <a16:colId xmlns:a16="http://schemas.microsoft.com/office/drawing/2014/main" val="3795392288"/>
                    </a:ext>
                  </a:extLst>
                </a:gridCol>
              </a:tblGrid>
              <a:tr h="370840">
                <a:tc>
                  <a:txBody>
                    <a:bodyPr/>
                    <a:lstStyle/>
                    <a:p>
                      <a:r>
                        <a:rPr lang="vi-VN" sz="1600" dirty="0"/>
                        <a:t>Thời gian</a:t>
                      </a:r>
                      <a:endParaRPr lang="en-US" sz="1600" dirty="0"/>
                    </a:p>
                  </a:txBody>
                  <a:tcPr/>
                </a:tc>
                <a:tc>
                  <a:txBody>
                    <a:bodyPr/>
                    <a:lstStyle/>
                    <a:p>
                      <a:r>
                        <a:rPr lang="vi-VN" sz="1600" dirty="0"/>
                        <a:t>Mô tả</a:t>
                      </a:r>
                      <a:endParaRPr lang="en-US" sz="1600" dirty="0"/>
                    </a:p>
                  </a:txBody>
                  <a:tcPr/>
                </a:tc>
                <a:extLst>
                  <a:ext uri="{0D108BD9-81ED-4DB2-BD59-A6C34878D82A}">
                    <a16:rowId xmlns:a16="http://schemas.microsoft.com/office/drawing/2014/main" val="165630786"/>
                  </a:ext>
                </a:extLst>
              </a:tr>
              <a:tr h="370840">
                <a:tc>
                  <a:txBody>
                    <a:bodyPr/>
                    <a:lstStyle/>
                    <a:p>
                      <a:r>
                        <a:rPr lang="vi-VN" sz="1600" kern="1200" dirty="0">
                          <a:solidFill>
                            <a:schemeClr val="dk1"/>
                          </a:solidFill>
                          <a:effectLst/>
                          <a:latin typeface="+mn-lt"/>
                          <a:ea typeface="+mn-ea"/>
                          <a:cs typeface="+mn-cs"/>
                        </a:rPr>
                        <a:t>is night </a:t>
                      </a:r>
                      <a:endParaRPr lang="en-US" sz="1600" dirty="0"/>
                    </a:p>
                  </a:txBody>
                  <a:tcPr/>
                </a:tc>
                <a:tc>
                  <a:txBody>
                    <a:bodyPr/>
                    <a:lstStyle/>
                    <a:p>
                      <a:r>
                        <a:rPr lang="en-US" sz="1600" kern="1200" dirty="0" err="1">
                          <a:solidFill>
                            <a:schemeClr val="dk1"/>
                          </a:solidFill>
                          <a:effectLst/>
                          <a:latin typeface="Arial" panose="020B0604020202020204" pitchFamily="34" charset="0"/>
                          <a:ea typeface="+mn-ea"/>
                          <a:cs typeface="Arial" panose="020B0604020202020204" pitchFamily="34" charset="0"/>
                        </a:rPr>
                        <a:t>tỷ</a:t>
                      </a:r>
                      <a:r>
                        <a:rPr lang="vi-VN" sz="1600" kern="1200" dirty="0">
                          <a:solidFill>
                            <a:schemeClr val="dk1"/>
                          </a:solidFill>
                          <a:effectLst/>
                          <a:latin typeface="Arial" panose="020B0604020202020204" pitchFamily="34" charset="0"/>
                          <a:ea typeface="+mn-ea"/>
                          <a:cs typeface="Arial" panose="020B0604020202020204" pitchFamily="34" charset="0"/>
                        </a:rPr>
                        <a:t> lệ giao dịch vào ban đêm </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42719242"/>
                  </a:ext>
                </a:extLst>
              </a:tr>
              <a:tr h="370840">
                <a:tc>
                  <a:txBody>
                    <a:bodyPr/>
                    <a:lstStyle/>
                    <a:p>
                      <a:r>
                        <a:rPr lang="en-US" sz="1600" kern="1200" dirty="0">
                          <a:solidFill>
                            <a:schemeClr val="dk1"/>
                          </a:solidFill>
                          <a:effectLst/>
                          <a:latin typeface="+mn-lt"/>
                          <a:ea typeface="+mn-ea"/>
                          <a:cs typeface="+mn-cs"/>
                        </a:rPr>
                        <a:t>is</a:t>
                      </a:r>
                      <a:r>
                        <a:rPr lang="vi-VN" sz="1600" kern="1200" dirty="0">
                          <a:solidFill>
                            <a:schemeClr val="dk1"/>
                          </a:solidFill>
                          <a:effectLst/>
                          <a:latin typeface="+mn-lt"/>
                          <a:ea typeface="+mn-ea"/>
                          <a:cs typeface="+mn-cs"/>
                        </a:rPr>
                        <a:t>_late_night </a:t>
                      </a:r>
                      <a:endParaRPr lang="en-US" sz="1600" dirty="0"/>
                    </a:p>
                  </a:txBody>
                  <a:tcPr/>
                </a:tc>
                <a:tc>
                  <a:txBody>
                    <a:bodyPr/>
                    <a:lstStyle/>
                    <a:p>
                      <a:r>
                        <a:rPr lang="en-US" sz="1600" kern="1200" dirty="0" err="1">
                          <a:solidFill>
                            <a:schemeClr val="dk1"/>
                          </a:solidFill>
                          <a:effectLst/>
                          <a:latin typeface="Arial" panose="020B0604020202020204" pitchFamily="34" charset="0"/>
                          <a:ea typeface="+mn-ea"/>
                          <a:cs typeface="Arial" panose="020B0604020202020204" pitchFamily="34" charset="0"/>
                        </a:rPr>
                        <a:t>tỷ</a:t>
                      </a:r>
                      <a:r>
                        <a:rPr lang="vi-VN" sz="1600" kern="1200" dirty="0">
                          <a:solidFill>
                            <a:schemeClr val="dk1"/>
                          </a:solidFill>
                          <a:effectLst/>
                          <a:latin typeface="Arial" panose="020B0604020202020204" pitchFamily="34" charset="0"/>
                          <a:ea typeface="+mn-ea"/>
                          <a:cs typeface="Arial" panose="020B0604020202020204" pitchFamily="34" charset="0"/>
                        </a:rPr>
                        <a:t> lệ giao dịch vào đêm khuya (từ 23 đến 3h sáng)</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56576784"/>
                  </a:ext>
                </a:extLst>
              </a:tr>
              <a:tr h="370840">
                <a:tc>
                  <a:txBody>
                    <a:bodyPr/>
                    <a:lstStyle/>
                    <a:p>
                      <a:r>
                        <a:rPr lang="vi-VN" sz="1600" kern="1200" dirty="0">
                          <a:solidFill>
                            <a:schemeClr val="dk1"/>
                          </a:solidFill>
                          <a:effectLst/>
                          <a:latin typeface="+mn-lt"/>
                          <a:ea typeface="+mn-ea"/>
                          <a:cs typeface="+mn-cs"/>
                        </a:rPr>
                        <a:t>day_of_week </a:t>
                      </a:r>
                      <a:endParaRPr lang="en-US" sz="1600" dirty="0"/>
                    </a:p>
                  </a:txBody>
                  <a:tcPr/>
                </a:tc>
                <a:tc>
                  <a:txBody>
                    <a:bodyPr/>
                    <a:lstStyle/>
                    <a:p>
                      <a:r>
                        <a:rPr lang="vi-VN" sz="1600" dirty="0"/>
                        <a:t>tỷ lệ giao dịch nhiều nhất trong tuần </a:t>
                      </a:r>
                      <a:endParaRPr lang="en-US" sz="1600" dirty="0"/>
                    </a:p>
                  </a:txBody>
                  <a:tcPr/>
                </a:tc>
                <a:extLst>
                  <a:ext uri="{0D108BD9-81ED-4DB2-BD59-A6C34878D82A}">
                    <a16:rowId xmlns:a16="http://schemas.microsoft.com/office/drawing/2014/main" val="4241849979"/>
                  </a:ext>
                </a:extLst>
              </a:tr>
              <a:tr h="370840">
                <a:tc>
                  <a:txBody>
                    <a:bodyPr/>
                    <a:lstStyle/>
                    <a:p>
                      <a:r>
                        <a:rPr lang="vi-VN" sz="1600" kern="1200" dirty="0">
                          <a:solidFill>
                            <a:schemeClr val="dk1"/>
                          </a:solidFill>
                          <a:effectLst/>
                          <a:latin typeface="+mn-lt"/>
                          <a:ea typeface="+mn-ea"/>
                          <a:cs typeface="+mn-cs"/>
                        </a:rPr>
                        <a:t>is_weekend </a:t>
                      </a:r>
                      <a:endParaRPr lang="en-US" sz="1600" dirty="0"/>
                    </a:p>
                  </a:txBody>
                  <a:tcPr/>
                </a:tc>
                <a:tc>
                  <a:txBody>
                    <a:bodyPr/>
                    <a:lstStyle/>
                    <a:p>
                      <a:r>
                        <a:rPr lang="vi-VN" sz="1600" dirty="0"/>
                        <a:t>tỷ lệ giao dịch bất thường vào ngày cuối tuần</a:t>
                      </a:r>
                      <a:endParaRPr lang="en-US" sz="1600" dirty="0"/>
                    </a:p>
                  </a:txBody>
                  <a:tcPr/>
                </a:tc>
                <a:extLst>
                  <a:ext uri="{0D108BD9-81ED-4DB2-BD59-A6C34878D82A}">
                    <a16:rowId xmlns:a16="http://schemas.microsoft.com/office/drawing/2014/main" val="2481725409"/>
                  </a:ext>
                </a:extLst>
              </a:tr>
              <a:tr h="370840">
                <a:tc>
                  <a:txBody>
                    <a:bodyPr/>
                    <a:lstStyle/>
                    <a:p>
                      <a:r>
                        <a:rPr lang="vi-VN" sz="1600" kern="1200" dirty="0">
                          <a:solidFill>
                            <a:schemeClr val="dk1"/>
                          </a:solidFill>
                          <a:effectLst/>
                          <a:latin typeface="+mn-lt"/>
                          <a:ea typeface="+mn-ea"/>
                          <a:cs typeface="+mn-cs"/>
                        </a:rPr>
                        <a:t>txn_count_1h </a:t>
                      </a:r>
                      <a:endParaRPr lang="en-US" sz="1600" dirty="0"/>
                    </a:p>
                  </a:txBody>
                  <a:tcPr/>
                </a:tc>
                <a:tc>
                  <a:txBody>
                    <a:bodyPr/>
                    <a:lstStyle/>
                    <a:p>
                      <a:r>
                        <a:rPr lang="en-US" sz="1600" dirty="0" err="1">
                          <a:latin typeface="Arial" panose="020B0604020202020204" pitchFamily="34" charset="0"/>
                          <a:cs typeface="Arial" panose="020B0604020202020204" pitchFamily="34" charset="0"/>
                        </a:rPr>
                        <a:t>tần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suất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giao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dịch</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trong</a:t>
                      </a:r>
                      <a:r>
                        <a:rPr lang="en-US" sz="1600" dirty="0">
                          <a:latin typeface="Arial" panose="020B0604020202020204" pitchFamily="34" charset="0"/>
                          <a:cs typeface="Arial" panose="020B0604020202020204" pitchFamily="34" charset="0"/>
                        </a:rPr>
                        <a:t> 1h </a:t>
                      </a:r>
                    </a:p>
                  </a:txBody>
                  <a:tcPr/>
                </a:tc>
                <a:extLst>
                  <a:ext uri="{0D108BD9-81ED-4DB2-BD59-A6C34878D82A}">
                    <a16:rowId xmlns:a16="http://schemas.microsoft.com/office/drawing/2014/main" val="4165458300"/>
                  </a:ext>
                </a:extLst>
              </a:tr>
              <a:tr h="370840">
                <a:tc>
                  <a:txBody>
                    <a:bodyPr/>
                    <a:lstStyle/>
                    <a:p>
                      <a:r>
                        <a:rPr lang="vi-VN" sz="1600" kern="1200" dirty="0">
                          <a:solidFill>
                            <a:schemeClr val="dk1"/>
                          </a:solidFill>
                          <a:effectLst/>
                          <a:latin typeface="+mn-lt"/>
                          <a:ea typeface="+mn-ea"/>
                          <a:cs typeface="+mn-cs"/>
                        </a:rPr>
                        <a:t>txn_count_24h</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err="1">
                          <a:solidFill>
                            <a:schemeClr val="dk1"/>
                          </a:solidFill>
                          <a:effectLst/>
                          <a:latin typeface="Arial" panose="020B0604020202020204" pitchFamily="34" charset="0"/>
                          <a:ea typeface="+mn-ea"/>
                          <a:cs typeface="Arial" panose="020B0604020202020204" pitchFamily="34" charset="0"/>
                        </a:rPr>
                        <a:t>tần</a:t>
                      </a:r>
                      <a:r>
                        <a:rPr lang="vi-VN" sz="1600" kern="1200" dirty="0">
                          <a:solidFill>
                            <a:schemeClr val="dk1"/>
                          </a:solidFill>
                          <a:effectLst/>
                          <a:latin typeface="Arial" panose="020B0604020202020204" pitchFamily="34" charset="0"/>
                          <a:ea typeface="+mn-ea"/>
                          <a:cs typeface="Arial" panose="020B0604020202020204" pitchFamily="34" charset="0"/>
                        </a:rPr>
                        <a:t> suất giao dịch trong 24h</a:t>
                      </a:r>
                      <a:endParaRPr lang="en-US" sz="16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656987940"/>
                  </a:ext>
                </a:extLst>
              </a:tr>
              <a:tr h="370840">
                <a:tc>
                  <a:txBody>
                    <a:bodyPr/>
                    <a:lstStyle/>
                    <a:p>
                      <a:r>
                        <a:rPr lang="vi-VN" sz="1600" kern="1200" dirty="0">
                          <a:solidFill>
                            <a:schemeClr val="dk1"/>
                          </a:solidFill>
                          <a:effectLst/>
                          <a:latin typeface="+mn-lt"/>
                          <a:ea typeface="+mn-ea"/>
                          <a:cs typeface="+mn-cs"/>
                        </a:rPr>
                        <a:t>txn_count_7d </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err="1">
                          <a:solidFill>
                            <a:schemeClr val="dk1"/>
                          </a:solidFill>
                          <a:effectLst/>
                          <a:latin typeface="Arial" panose="020B0604020202020204" pitchFamily="34" charset="0"/>
                          <a:ea typeface="+mn-ea"/>
                          <a:cs typeface="Arial" panose="020B0604020202020204" pitchFamily="34" charset="0"/>
                        </a:rPr>
                        <a:t>tần</a:t>
                      </a:r>
                      <a:r>
                        <a:rPr lang="vi-VN" sz="1600" kern="1200" dirty="0">
                          <a:solidFill>
                            <a:schemeClr val="dk1"/>
                          </a:solidFill>
                          <a:effectLst/>
                          <a:latin typeface="Arial" panose="020B0604020202020204" pitchFamily="34" charset="0"/>
                          <a:ea typeface="+mn-ea"/>
                          <a:cs typeface="Arial" panose="020B0604020202020204" pitchFamily="34" charset="0"/>
                        </a:rPr>
                        <a:t> suất giao dịch trong 7 ngày</a:t>
                      </a:r>
                      <a:endParaRPr lang="en-US" sz="16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981875484"/>
                  </a:ext>
                </a:extLst>
              </a:tr>
              <a:tr h="370840">
                <a:tc>
                  <a:txBody>
                    <a:bodyPr/>
                    <a:lstStyle/>
                    <a:p>
                      <a:r>
                        <a:rPr lang="vi-VN" sz="1600" kern="1200" dirty="0">
                          <a:solidFill>
                            <a:schemeClr val="dk1"/>
                          </a:solidFill>
                          <a:effectLst/>
                          <a:latin typeface="+mn-lt"/>
                          <a:ea typeface="+mn-ea"/>
                          <a:cs typeface="+mn-cs"/>
                        </a:rPr>
                        <a:t>time_since_last_sec </a:t>
                      </a:r>
                      <a:endParaRPr lang="en-US" sz="1600" dirty="0"/>
                    </a:p>
                  </a:txBody>
                  <a:tcPr/>
                </a:tc>
                <a:tc>
                  <a:txBody>
                    <a:bodyPr/>
                    <a:lstStyle/>
                    <a:p>
                      <a:r>
                        <a:rPr lang="vi-VN" sz="1600" dirty="0"/>
                        <a:t>thời gian từ giao dịch trước đó</a:t>
                      </a:r>
                      <a:endParaRPr lang="en-US" sz="1600" dirty="0"/>
                    </a:p>
                  </a:txBody>
                  <a:tcPr/>
                </a:tc>
                <a:extLst>
                  <a:ext uri="{0D108BD9-81ED-4DB2-BD59-A6C34878D82A}">
                    <a16:rowId xmlns:a16="http://schemas.microsoft.com/office/drawing/2014/main" val="2024221602"/>
                  </a:ext>
                </a:extLst>
              </a:tr>
            </a:tbl>
          </a:graphicData>
        </a:graphic>
      </p:graphicFrame>
      <p:graphicFrame>
        <p:nvGraphicFramePr>
          <p:cNvPr id="7" name="Table 6">
            <a:extLst>
              <a:ext uri="{FF2B5EF4-FFF2-40B4-BE49-F238E27FC236}">
                <a16:creationId xmlns:a16="http://schemas.microsoft.com/office/drawing/2014/main" id="{5F14369A-EFB0-3084-D315-8C0D13EE14C6}"/>
              </a:ext>
            </a:extLst>
          </p:cNvPr>
          <p:cNvGraphicFramePr>
            <a:graphicFrameLocks noGrp="1"/>
          </p:cNvGraphicFramePr>
          <p:nvPr>
            <p:extLst>
              <p:ext uri="{D42A27DB-BD31-4B8C-83A1-F6EECF244321}">
                <p14:modId xmlns:p14="http://schemas.microsoft.com/office/powerpoint/2010/main" val="2207860070"/>
              </p:ext>
            </p:extLst>
          </p:nvPr>
        </p:nvGraphicFramePr>
        <p:xfrm>
          <a:off x="7304444" y="2478854"/>
          <a:ext cx="4478973" cy="2026920"/>
        </p:xfrm>
        <a:graphic>
          <a:graphicData uri="http://schemas.openxmlformats.org/drawingml/2006/table">
            <a:tbl>
              <a:tblPr firstRow="1" bandRow="1">
                <a:tableStyleId>{5C22544A-7EE6-4342-B048-85BDC9FD1C3A}</a:tableStyleId>
              </a:tblPr>
              <a:tblGrid>
                <a:gridCol w="1644968">
                  <a:extLst>
                    <a:ext uri="{9D8B030D-6E8A-4147-A177-3AD203B41FA5}">
                      <a16:colId xmlns:a16="http://schemas.microsoft.com/office/drawing/2014/main" val="1566290105"/>
                    </a:ext>
                  </a:extLst>
                </a:gridCol>
                <a:gridCol w="2834005">
                  <a:extLst>
                    <a:ext uri="{9D8B030D-6E8A-4147-A177-3AD203B41FA5}">
                      <a16:colId xmlns:a16="http://schemas.microsoft.com/office/drawing/2014/main" val="243614223"/>
                    </a:ext>
                  </a:extLst>
                </a:gridCol>
              </a:tblGrid>
              <a:tr h="370840">
                <a:tc>
                  <a:txBody>
                    <a:bodyPr/>
                    <a:lstStyle/>
                    <a:p>
                      <a:r>
                        <a:rPr lang="en-US" sz="1600" dirty="0"/>
                        <a:t>K</a:t>
                      </a:r>
                      <a:r>
                        <a:rPr lang="vi-VN" sz="1600" dirty="0"/>
                        <a:t>hoảng cách</a:t>
                      </a:r>
                      <a:endParaRPr lang="en-US" sz="1600" dirty="0"/>
                    </a:p>
                  </a:txBody>
                  <a:tcPr/>
                </a:tc>
                <a:tc>
                  <a:txBody>
                    <a:bodyPr/>
                    <a:lstStyle/>
                    <a:p>
                      <a:r>
                        <a:rPr lang="vi-VN" sz="1600" dirty="0"/>
                        <a:t>Mô tả</a:t>
                      </a:r>
                      <a:endParaRPr lang="en-US" sz="1600" dirty="0"/>
                    </a:p>
                  </a:txBody>
                  <a:tcPr/>
                </a:tc>
                <a:extLst>
                  <a:ext uri="{0D108BD9-81ED-4DB2-BD59-A6C34878D82A}">
                    <a16:rowId xmlns:a16="http://schemas.microsoft.com/office/drawing/2014/main" val="1615672141"/>
                  </a:ext>
                </a:extLst>
              </a:tr>
              <a:tr h="370840">
                <a:tc>
                  <a:txBody>
                    <a:bodyPr/>
                    <a:lstStyle/>
                    <a:p>
                      <a:r>
                        <a:rPr lang="vi-VN" sz="1600" kern="1200" dirty="0">
                          <a:solidFill>
                            <a:schemeClr val="dk1"/>
                          </a:solidFill>
                          <a:effectLst/>
                          <a:latin typeface="+mn-lt"/>
                          <a:ea typeface="+mn-ea"/>
                          <a:cs typeface="+mn-cs"/>
                        </a:rPr>
                        <a:t>distance_km </a:t>
                      </a:r>
                      <a:endParaRPr lang="en-US" sz="1600" dirty="0"/>
                    </a:p>
                  </a:txBody>
                  <a:tcPr/>
                </a:tc>
                <a:tc>
                  <a:txBody>
                    <a:bodyPr/>
                    <a:lstStyle/>
                    <a:p>
                      <a:r>
                        <a:rPr lang="vi-VN" sz="1600" dirty="0"/>
                        <a:t>giao dịch xa nơi cư trú</a:t>
                      </a:r>
                      <a:endParaRPr lang="en-US" sz="1600" dirty="0"/>
                    </a:p>
                  </a:txBody>
                  <a:tcPr/>
                </a:tc>
                <a:extLst>
                  <a:ext uri="{0D108BD9-81ED-4DB2-BD59-A6C34878D82A}">
                    <a16:rowId xmlns:a16="http://schemas.microsoft.com/office/drawing/2014/main" val="1582355837"/>
                  </a:ext>
                </a:extLst>
              </a:tr>
              <a:tr h="370840">
                <a:tc>
                  <a:txBody>
                    <a:bodyPr/>
                    <a:lstStyle/>
                    <a:p>
                      <a:r>
                        <a:rPr lang="vi-VN" sz="1600" kern="1200" dirty="0">
                          <a:solidFill>
                            <a:schemeClr val="dk1"/>
                          </a:solidFill>
                          <a:effectLst/>
                          <a:latin typeface="+mn-lt"/>
                          <a:ea typeface="+mn-ea"/>
                          <a:cs typeface="+mn-cs"/>
                        </a:rPr>
                        <a:t>speed_kmh </a:t>
                      </a:r>
                      <a:endParaRPr lang="en-US" sz="1600" dirty="0"/>
                    </a:p>
                  </a:txBody>
                  <a:tcPr/>
                </a:tc>
                <a:tc>
                  <a:txBody>
                    <a:bodyPr/>
                    <a:lstStyle/>
                    <a:p>
                      <a:r>
                        <a:rPr lang="en-US" sz="1600" kern="1200" dirty="0" err="1">
                          <a:solidFill>
                            <a:schemeClr val="dk1"/>
                          </a:solidFill>
                          <a:effectLst/>
                          <a:latin typeface="Arial" panose="020B0604020202020204" pitchFamily="34" charset="0"/>
                          <a:ea typeface="+mn-ea"/>
                          <a:cs typeface="Arial" panose="020B0604020202020204" pitchFamily="34" charset="0"/>
                        </a:rPr>
                        <a:t>tốc</a:t>
                      </a:r>
                      <a:r>
                        <a:rPr lang="vi-VN" sz="1600" kern="1200" dirty="0">
                          <a:solidFill>
                            <a:schemeClr val="dk1"/>
                          </a:solidFill>
                          <a:effectLst/>
                          <a:latin typeface="Arial" panose="020B0604020202020204" pitchFamily="34" charset="0"/>
                          <a:ea typeface="+mn-ea"/>
                          <a:cs typeface="Arial" panose="020B0604020202020204" pitchFamily="34" charset="0"/>
                        </a:rPr>
                        <a:t> độ di chuyển giữa 2 giao dịch</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16024785"/>
                  </a:ext>
                </a:extLst>
              </a:tr>
              <a:tr h="370840">
                <a:tc>
                  <a:txBody>
                    <a:bodyPr/>
                    <a:lstStyle/>
                    <a:p>
                      <a:r>
                        <a:rPr lang="vi-VN" sz="1600" kern="1200" dirty="0">
                          <a:solidFill>
                            <a:schemeClr val="dk1"/>
                          </a:solidFill>
                          <a:effectLst/>
                          <a:latin typeface="+mn-lt"/>
                          <a:ea typeface="+mn-ea"/>
                          <a:cs typeface="+mn-cs"/>
                        </a:rPr>
                        <a:t>is_international </a:t>
                      </a:r>
                      <a:endParaRPr lang="en-US" sz="1600" dirty="0"/>
                    </a:p>
                  </a:txBody>
                  <a:tcPr/>
                </a:tc>
                <a:tc>
                  <a:txBody>
                    <a:bodyPr/>
                    <a:lstStyle/>
                    <a:p>
                      <a:r>
                        <a:rPr lang="vi-VN" sz="1600" dirty="0"/>
                        <a:t>tỷ lệ giao dịch ở nước ngoài</a:t>
                      </a:r>
                      <a:endParaRPr lang="en-US" sz="1600" dirty="0"/>
                    </a:p>
                  </a:txBody>
                  <a:tcPr/>
                </a:tc>
                <a:extLst>
                  <a:ext uri="{0D108BD9-81ED-4DB2-BD59-A6C34878D82A}">
                    <a16:rowId xmlns:a16="http://schemas.microsoft.com/office/drawing/2014/main" val="917861808"/>
                  </a:ext>
                </a:extLst>
              </a:tr>
              <a:tr h="258282">
                <a:tc>
                  <a:txBody>
                    <a:bodyPr/>
                    <a:lstStyle/>
                    <a:p>
                      <a:r>
                        <a:rPr lang="vi-VN" sz="1600" kern="1200" dirty="0">
                          <a:solidFill>
                            <a:schemeClr val="dk1"/>
                          </a:solidFill>
                          <a:effectLst/>
                          <a:latin typeface="+mn-lt"/>
                          <a:ea typeface="+mn-ea"/>
                          <a:cs typeface="+mn-cs"/>
                        </a:rPr>
                        <a:t>zip_mismatch </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err="1">
                          <a:solidFill>
                            <a:schemeClr val="dk1"/>
                          </a:solidFill>
                          <a:effectLst/>
                          <a:latin typeface="Arial" panose="020B0604020202020204" pitchFamily="34" charset="0"/>
                          <a:ea typeface="+mn-ea"/>
                          <a:cs typeface="Arial" panose="020B0604020202020204" pitchFamily="34" charset="0"/>
                        </a:rPr>
                        <a:t>mã</a:t>
                      </a:r>
                      <a:r>
                        <a:rPr lang="vi-VN" sz="1600" kern="1200" dirty="0">
                          <a:solidFill>
                            <a:schemeClr val="dk1"/>
                          </a:solidFill>
                          <a:effectLst/>
                          <a:latin typeface="Arial" panose="020B0604020202020204" pitchFamily="34" charset="0"/>
                          <a:ea typeface="+mn-ea"/>
                          <a:cs typeface="Arial" panose="020B0604020202020204" pitchFamily="34" charset="0"/>
                        </a:rPr>
                        <a:t> bưu điện trùng</a:t>
                      </a:r>
                      <a:endParaRPr lang="en-US" sz="16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06465394"/>
                  </a:ext>
                </a:extLst>
              </a:tr>
            </a:tbl>
          </a:graphicData>
        </a:graphic>
      </p:graphicFrame>
      <p:graphicFrame>
        <p:nvGraphicFramePr>
          <p:cNvPr id="8" name="Table 7">
            <a:extLst>
              <a:ext uri="{FF2B5EF4-FFF2-40B4-BE49-F238E27FC236}">
                <a16:creationId xmlns:a16="http://schemas.microsoft.com/office/drawing/2014/main" id="{37BDBBC9-C366-DC63-7DFE-52DB7186B9BE}"/>
              </a:ext>
            </a:extLst>
          </p:cNvPr>
          <p:cNvGraphicFramePr>
            <a:graphicFrameLocks noGrp="1"/>
          </p:cNvGraphicFramePr>
          <p:nvPr>
            <p:extLst>
              <p:ext uri="{D42A27DB-BD31-4B8C-83A1-F6EECF244321}">
                <p14:modId xmlns:p14="http://schemas.microsoft.com/office/powerpoint/2010/main" val="3810884246"/>
              </p:ext>
            </p:extLst>
          </p:nvPr>
        </p:nvGraphicFramePr>
        <p:xfrm>
          <a:off x="7304444" y="4742240"/>
          <a:ext cx="3694748" cy="741680"/>
        </p:xfrm>
        <a:graphic>
          <a:graphicData uri="http://schemas.openxmlformats.org/drawingml/2006/table">
            <a:tbl>
              <a:tblPr firstRow="1" bandRow="1">
                <a:tableStyleId>{5C22544A-7EE6-4342-B048-85BDC9FD1C3A}</a:tableStyleId>
              </a:tblPr>
              <a:tblGrid>
                <a:gridCol w="1346518">
                  <a:extLst>
                    <a:ext uri="{9D8B030D-6E8A-4147-A177-3AD203B41FA5}">
                      <a16:colId xmlns:a16="http://schemas.microsoft.com/office/drawing/2014/main" val="2547157465"/>
                    </a:ext>
                  </a:extLst>
                </a:gridCol>
                <a:gridCol w="2348230">
                  <a:extLst>
                    <a:ext uri="{9D8B030D-6E8A-4147-A177-3AD203B41FA5}">
                      <a16:colId xmlns:a16="http://schemas.microsoft.com/office/drawing/2014/main" val="178517866"/>
                    </a:ext>
                  </a:extLst>
                </a:gridCol>
              </a:tblGrid>
              <a:tr h="370840">
                <a:tc>
                  <a:txBody>
                    <a:bodyPr/>
                    <a:lstStyle/>
                    <a:p>
                      <a:r>
                        <a:rPr lang="vi-VN" sz="1600" dirty="0"/>
                        <a:t>Khác</a:t>
                      </a:r>
                      <a:endParaRPr lang="en-US" sz="1600" dirty="0"/>
                    </a:p>
                  </a:txBody>
                  <a:tcPr/>
                </a:tc>
                <a:tc>
                  <a:txBody>
                    <a:bodyPr/>
                    <a:lstStyle/>
                    <a:p>
                      <a:r>
                        <a:rPr lang="vi-VN" sz="1600" dirty="0"/>
                        <a:t>Mô tả</a:t>
                      </a:r>
                      <a:endParaRPr lang="en-US" sz="1600" dirty="0"/>
                    </a:p>
                  </a:txBody>
                  <a:tcPr/>
                </a:tc>
                <a:extLst>
                  <a:ext uri="{0D108BD9-81ED-4DB2-BD59-A6C34878D82A}">
                    <a16:rowId xmlns:a16="http://schemas.microsoft.com/office/drawing/2014/main" val="4034539626"/>
                  </a:ext>
                </a:extLst>
              </a:tr>
              <a:tr h="370840">
                <a:tc>
                  <a:txBody>
                    <a:bodyPr/>
                    <a:lstStyle/>
                    <a:p>
                      <a:r>
                        <a:rPr lang="vi-VN" sz="1600" kern="1200" dirty="0">
                          <a:solidFill>
                            <a:schemeClr val="dk1"/>
                          </a:solidFill>
                          <a:effectLst/>
                          <a:latin typeface="+mn-lt"/>
                          <a:ea typeface="+mn-ea"/>
                          <a:cs typeface="+mn-cs"/>
                        </a:rPr>
                        <a:t>txn_streak </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err="1">
                          <a:solidFill>
                            <a:schemeClr val="dk1"/>
                          </a:solidFill>
                          <a:effectLst/>
                          <a:latin typeface="Arial" panose="020B0604020202020204" pitchFamily="34" charset="0"/>
                          <a:ea typeface="+mn-ea"/>
                          <a:cs typeface="Arial" panose="020B0604020202020204" pitchFamily="34" charset="0"/>
                        </a:rPr>
                        <a:t>chuỗi</a:t>
                      </a:r>
                      <a:r>
                        <a:rPr lang="vi-VN" sz="1600" kern="1200" dirty="0">
                          <a:solidFill>
                            <a:schemeClr val="dk1"/>
                          </a:solidFill>
                          <a:effectLst/>
                          <a:latin typeface="Arial" panose="020B0604020202020204" pitchFamily="34" charset="0"/>
                          <a:ea typeface="+mn-ea"/>
                          <a:cs typeface="Arial" panose="020B0604020202020204" pitchFamily="34" charset="0"/>
                        </a:rPr>
                        <a:t> giao dịch liên tiếp</a:t>
                      </a:r>
                      <a:endParaRPr lang="en-US" sz="16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3043332712"/>
                  </a:ext>
                </a:extLst>
              </a:tr>
            </a:tbl>
          </a:graphicData>
        </a:graphic>
      </p:graphicFrame>
    </p:spTree>
    <p:extLst>
      <p:ext uri="{BB962C8B-B14F-4D97-AF65-F5344CB8AC3E}">
        <p14:creationId xmlns:p14="http://schemas.microsoft.com/office/powerpoint/2010/main" val="28009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39975-B8C5-3E5B-4E34-8487382071F0}"/>
              </a:ext>
            </a:extLst>
          </p:cNvPr>
          <p:cNvSpPr>
            <a:spLocks noGrp="1"/>
          </p:cNvSpPr>
          <p:nvPr>
            <p:ph type="title"/>
          </p:nvPr>
        </p:nvSpPr>
        <p:spPr>
          <a:xfrm>
            <a:off x="169606" y="197977"/>
            <a:ext cx="2976717" cy="539442"/>
          </a:xfrm>
        </p:spPr>
        <p:txBody>
          <a:bodyPr>
            <a:normAutofit/>
          </a:bodyPr>
          <a:lstStyle/>
          <a:p>
            <a:r>
              <a:rPr lang="vi-VN" sz="3200" b="1" dirty="0"/>
              <a:t>Phân tích mô tả</a:t>
            </a:r>
            <a:endParaRPr lang="en-US" sz="3200" b="1" dirty="0"/>
          </a:p>
        </p:txBody>
      </p:sp>
      <p:pic>
        <p:nvPicPr>
          <p:cNvPr id="3" name="Picture 2" descr="A blue rectangular bar graph&#10;&#10;AI-generated content may be incorrect.">
            <a:extLst>
              <a:ext uri="{FF2B5EF4-FFF2-40B4-BE49-F238E27FC236}">
                <a16:creationId xmlns:a16="http://schemas.microsoft.com/office/drawing/2014/main" id="{76785008-D875-5CE2-B99F-CD26FCD68AED}"/>
              </a:ext>
            </a:extLst>
          </p:cNvPr>
          <p:cNvPicPr>
            <a:picLocks noChangeAspect="1"/>
          </p:cNvPicPr>
          <p:nvPr/>
        </p:nvPicPr>
        <p:blipFill>
          <a:blip r:embed="rId2"/>
          <a:stretch>
            <a:fillRect/>
          </a:stretch>
        </p:blipFill>
        <p:spPr>
          <a:xfrm>
            <a:off x="50905" y="737419"/>
            <a:ext cx="4766189" cy="3743325"/>
          </a:xfrm>
          <a:prstGeom prst="rect">
            <a:avLst/>
          </a:prstGeom>
        </p:spPr>
      </p:pic>
      <p:sp>
        <p:nvSpPr>
          <p:cNvPr id="4" name="Rectangle 3">
            <a:extLst>
              <a:ext uri="{FF2B5EF4-FFF2-40B4-BE49-F238E27FC236}">
                <a16:creationId xmlns:a16="http://schemas.microsoft.com/office/drawing/2014/main" id="{E93DDE88-ABC3-B11B-68ED-303E29E48AC5}"/>
              </a:ext>
            </a:extLst>
          </p:cNvPr>
          <p:cNvSpPr/>
          <p:nvPr/>
        </p:nvSpPr>
        <p:spPr>
          <a:xfrm>
            <a:off x="169606" y="5781368"/>
            <a:ext cx="4913671" cy="816077"/>
          </a:xfrm>
          <a:prstGeom prst="rect">
            <a:avLst/>
          </a:prstGeom>
          <a:solidFill>
            <a:schemeClr val="accent2">
              <a:lumMod val="40000"/>
              <a:lumOff val="6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7A19A30-2EBC-1FBF-8623-EA4D18CCAB4D}"/>
              </a:ext>
            </a:extLst>
          </p:cNvPr>
          <p:cNvSpPr txBox="1"/>
          <p:nvPr/>
        </p:nvSpPr>
        <p:spPr>
          <a:xfrm>
            <a:off x="169606" y="4551093"/>
            <a:ext cx="4596583" cy="1977144"/>
          </a:xfrm>
          <a:prstGeom prst="rect">
            <a:avLst/>
          </a:prstGeom>
          <a:noFill/>
        </p:spPr>
        <p:txBody>
          <a:bodyPr wrap="square">
            <a:spAutoFit/>
          </a:bodyPr>
          <a:lstStyle/>
          <a:p>
            <a:pPr>
              <a:lnSpc>
                <a:spcPct val="115000"/>
              </a:lnSpc>
              <a:spcAft>
                <a:spcPts val="800"/>
              </a:spcAft>
            </a:pPr>
            <a:r>
              <a:rPr lang="vi-VN" dirty="0">
                <a:latin typeface="Arial" panose="020B0604020202020204" pitchFamily="34" charset="0"/>
                <a:cs typeface="Arial" panose="020B0604020202020204" pitchFamily="34" charset="0"/>
              </a:rPr>
              <a:t>Tỷ lệ gian lận: 0.5210% </a:t>
            </a:r>
            <a:endParaRPr lang="en-US" sz="1800" kern="100" dirty="0">
              <a:effectLst/>
              <a:latin typeface="Arial" panose="020B06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US" sz="1800" kern="100" dirty="0">
                <a:effectLst/>
                <a:latin typeface="Arial" panose="020B0604020202020204" pitchFamily="34" charset="0"/>
                <a:ea typeface="Aptos" panose="020B0004020202020204" pitchFamily="34" charset="0"/>
                <a:cs typeface="Arial" panose="020B0604020202020204" pitchFamily="34" charset="0"/>
              </a:rPr>
              <a:t>Train fraud rate: 0.005788651743883394</a:t>
            </a:r>
          </a:p>
          <a:p>
            <a:pPr>
              <a:lnSpc>
                <a:spcPct val="115000"/>
              </a:lnSpc>
              <a:spcAft>
                <a:spcPts val="800"/>
              </a:spcAft>
              <a:buNone/>
            </a:pPr>
            <a:r>
              <a:rPr lang="en-US" sz="1800" kern="100" dirty="0">
                <a:effectLst/>
                <a:latin typeface="Arial" panose="020B0604020202020204" pitchFamily="34" charset="0"/>
                <a:ea typeface="Aptos" panose="020B0004020202020204" pitchFamily="34" charset="0"/>
                <a:cs typeface="Arial" panose="020B0604020202020204" pitchFamily="34" charset="0"/>
              </a:rPr>
              <a:t>Test fraud rate: 0.0038598644278853163</a:t>
            </a:r>
          </a:p>
          <a:p>
            <a:pPr>
              <a:lnSpc>
                <a:spcPct val="115000"/>
              </a:lnSpc>
              <a:spcAft>
                <a:spcPts val="800"/>
              </a:spcAft>
              <a:buNone/>
            </a:pPr>
            <a:r>
              <a:rPr lang="vi-VN" sz="1800" b="1" kern="100" dirty="0">
                <a:effectLst/>
                <a:latin typeface="Arial" panose="020B0604020202020204" pitchFamily="34" charset="0"/>
                <a:ea typeface="Aptos" panose="020B0004020202020204" pitchFamily="34" charset="0"/>
                <a:cs typeface="Arial" panose="020B0604020202020204" pitchFamily="34" charset="0"/>
                <a:sym typeface="Wingdings" panose="05000000000000000000" pitchFamily="2" charset="2"/>
              </a:rPr>
              <a:t></a:t>
            </a:r>
            <a:r>
              <a:rPr lang="vi-VN" sz="1800" b="1" kern="100" dirty="0">
                <a:effectLst/>
                <a:latin typeface="Arial" panose="020B0604020202020204" pitchFamily="34" charset="0"/>
                <a:ea typeface="Aptos" panose="020B0004020202020204" pitchFamily="34" charset="0"/>
                <a:cs typeface="Arial" panose="020B0604020202020204" pitchFamily="34" charset="0"/>
              </a:rPr>
              <a:t> </a:t>
            </a:r>
            <a:r>
              <a:rPr lang="en-US" sz="1800" b="1" kern="100" dirty="0" err="1">
                <a:effectLst/>
                <a:latin typeface="Arial" panose="020B0604020202020204" pitchFamily="34" charset="0"/>
                <a:ea typeface="Aptos" panose="020B0004020202020204" pitchFamily="34" charset="0"/>
                <a:cs typeface="Arial" panose="020B0604020202020204" pitchFamily="34" charset="0"/>
              </a:rPr>
              <a:t>Tỷ</a:t>
            </a:r>
            <a:r>
              <a:rPr lang="vi-VN" sz="1800" b="1" kern="100" dirty="0">
                <a:effectLst/>
                <a:latin typeface="Arial" panose="020B0604020202020204" pitchFamily="34" charset="0"/>
                <a:ea typeface="Aptos" panose="020B0004020202020204" pitchFamily="34" charset="0"/>
                <a:cs typeface="Arial" panose="020B0604020202020204" pitchFamily="34" charset="0"/>
              </a:rPr>
              <a:t> lệ so với toàn bộ dữ liệu khá thấp cần xử lí mất cân bằng dữ liệu.</a:t>
            </a:r>
            <a:endParaRPr lang="en-US" sz="1800" kern="100" dirty="0">
              <a:effectLst/>
              <a:latin typeface="Arial" panose="020B0604020202020204" pitchFamily="34" charset="0"/>
              <a:ea typeface="Aptos" panose="020B0004020202020204" pitchFamily="34" charset="0"/>
              <a:cs typeface="Arial" panose="020B0604020202020204" pitchFamily="34" charset="0"/>
            </a:endParaRPr>
          </a:p>
        </p:txBody>
      </p:sp>
      <p:pic>
        <p:nvPicPr>
          <p:cNvPr id="17" name="Picture 16" descr="A screenshot of a graph&#10;&#10;AI-generated content may be incorrect.">
            <a:extLst>
              <a:ext uri="{FF2B5EF4-FFF2-40B4-BE49-F238E27FC236}">
                <a16:creationId xmlns:a16="http://schemas.microsoft.com/office/drawing/2014/main" id="{F16D6368-8F89-C0AE-F16F-EF4A46AB8A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17094" y="197977"/>
            <a:ext cx="7205300" cy="6434318"/>
          </a:xfrm>
          <a:prstGeom prst="rect">
            <a:avLst/>
          </a:prstGeom>
        </p:spPr>
      </p:pic>
    </p:spTree>
    <p:extLst>
      <p:ext uri="{BB962C8B-B14F-4D97-AF65-F5344CB8AC3E}">
        <p14:creationId xmlns:p14="http://schemas.microsoft.com/office/powerpoint/2010/main" val="1269925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97C8CF-B2C1-7F0A-63FC-2ED9D024505C}"/>
              </a:ext>
            </a:extLst>
          </p:cNvPr>
          <p:cNvSpPr/>
          <p:nvPr/>
        </p:nvSpPr>
        <p:spPr>
          <a:xfrm>
            <a:off x="6096000" y="3004115"/>
            <a:ext cx="6440129" cy="3986619"/>
          </a:xfrm>
          <a:prstGeom prst="rect">
            <a:avLst/>
          </a:prstGeom>
          <a:solidFill>
            <a:schemeClr val="accent4">
              <a:lumMod val="40000"/>
              <a:lumOff val="60000"/>
            </a:schemeClr>
          </a:solidFill>
          <a:ln>
            <a:solidFill>
              <a:schemeClr val="accent4">
                <a:lumMod val="40000"/>
                <a:lumOff val="6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12B252B-2D8B-899A-F5FE-E354ECEF2ED2}"/>
              </a:ext>
            </a:extLst>
          </p:cNvPr>
          <p:cNvSpPr/>
          <p:nvPr/>
        </p:nvSpPr>
        <p:spPr>
          <a:xfrm>
            <a:off x="-314633" y="3004116"/>
            <a:ext cx="6410633" cy="3986619"/>
          </a:xfrm>
          <a:prstGeom prst="rect">
            <a:avLst/>
          </a:prstGeom>
          <a:solidFill>
            <a:schemeClr val="accent6">
              <a:lumMod val="40000"/>
              <a:lumOff val="60000"/>
            </a:schemeClr>
          </a:solidFill>
          <a:ln>
            <a:solidFill>
              <a:schemeClr val="accent6">
                <a:lumMod val="40000"/>
                <a:lumOff val="6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18DE1E6C-1D89-9AB4-CA79-311ECC9990A9}"/>
              </a:ext>
            </a:extLst>
          </p:cNvPr>
          <p:cNvSpPr/>
          <p:nvPr/>
        </p:nvSpPr>
        <p:spPr>
          <a:xfrm>
            <a:off x="-314632" y="-73567"/>
            <a:ext cx="12880257" cy="3077683"/>
          </a:xfrm>
          <a:prstGeom prst="rect">
            <a:avLst/>
          </a:prstGeom>
          <a:solidFill>
            <a:schemeClr val="accent2">
              <a:lumMod val="40000"/>
              <a:lumOff val="60000"/>
            </a:schemeClr>
          </a:solidFill>
          <a:ln>
            <a:solidFill>
              <a:schemeClr val="accent2">
                <a:lumMod val="40000"/>
                <a:lumOff val="6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pic>
        <p:nvPicPr>
          <p:cNvPr id="4" name="Picture 3" descr="A graph and diagram of a graph&#10;&#10;AI-generated content may be incorrect.">
            <a:extLst>
              <a:ext uri="{FF2B5EF4-FFF2-40B4-BE49-F238E27FC236}">
                <a16:creationId xmlns:a16="http://schemas.microsoft.com/office/drawing/2014/main" id="{167CC4D6-8D92-7A85-36EE-F4945AE558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437" y="-73567"/>
            <a:ext cx="11704320" cy="2600960"/>
          </a:xfrm>
          <a:prstGeom prst="rect">
            <a:avLst/>
          </a:prstGeom>
        </p:spPr>
      </p:pic>
      <p:pic>
        <p:nvPicPr>
          <p:cNvPr id="5" name="Picture 4" descr="A blue rectangular object with white text&#10;&#10;AI-generated content may be incorrect.">
            <a:extLst>
              <a:ext uri="{FF2B5EF4-FFF2-40B4-BE49-F238E27FC236}">
                <a16:creationId xmlns:a16="http://schemas.microsoft.com/office/drawing/2014/main" id="{04C7B622-BEBB-F32A-8D7E-5619ECAF3D72}"/>
              </a:ext>
            </a:extLst>
          </p:cNvPr>
          <p:cNvPicPr>
            <a:picLocks noChangeAspect="1"/>
          </p:cNvPicPr>
          <p:nvPr/>
        </p:nvPicPr>
        <p:blipFill>
          <a:blip r:embed="rId3"/>
          <a:stretch>
            <a:fillRect/>
          </a:stretch>
        </p:blipFill>
        <p:spPr>
          <a:xfrm>
            <a:off x="6401873" y="3279706"/>
            <a:ext cx="5574446" cy="2489200"/>
          </a:xfrm>
          <a:prstGeom prst="rect">
            <a:avLst/>
          </a:prstGeom>
        </p:spPr>
      </p:pic>
      <p:sp>
        <p:nvSpPr>
          <p:cNvPr id="12" name="TextBox 11">
            <a:extLst>
              <a:ext uri="{FF2B5EF4-FFF2-40B4-BE49-F238E27FC236}">
                <a16:creationId xmlns:a16="http://schemas.microsoft.com/office/drawing/2014/main" id="{D28C3802-A154-D54F-FB36-DB5B2FDCCFC8}"/>
              </a:ext>
            </a:extLst>
          </p:cNvPr>
          <p:cNvSpPr txBox="1"/>
          <p:nvPr/>
        </p:nvSpPr>
        <p:spPr>
          <a:xfrm>
            <a:off x="386081" y="2510359"/>
            <a:ext cx="11704319" cy="318998"/>
          </a:xfrm>
          <a:prstGeom prst="rect">
            <a:avLst/>
          </a:prstGeom>
          <a:noFill/>
        </p:spPr>
        <p:txBody>
          <a:bodyPr wrap="square">
            <a:spAutoFit/>
          </a:bodyPr>
          <a:lstStyle/>
          <a:p>
            <a:pPr algn="just">
              <a:lnSpc>
                <a:spcPct val="115000"/>
              </a:lnSpc>
              <a:spcAft>
                <a:spcPts val="800"/>
              </a:spcAft>
              <a:buNone/>
            </a:pPr>
            <a:r>
              <a:rPr lang="vi-VN" sz="1400" kern="100" dirty="0">
                <a:effectLst/>
                <a:latin typeface="Arial" panose="020B0604020202020204" pitchFamily="34" charset="0"/>
                <a:ea typeface="Aptos" panose="020B0004020202020204" pitchFamily="34" charset="0"/>
                <a:cs typeface="Arial" panose="020B0604020202020204" pitchFamily="34" charset="0"/>
              </a:rPr>
              <a:t>Số người sử dụng thẻ từ độ tuổi 30 đến 50 chiếm tỉ trọng cao nhất, tuy nhiên độ tuổi nghi ngờ có gian lận lại nằm ở khoảng từ 60 đến 70 tuổi </a:t>
            </a:r>
            <a:endParaRPr lang="en-US" sz="1400" kern="100" dirty="0">
              <a:effectLst/>
              <a:latin typeface="Arial" panose="020B0604020202020204" pitchFamily="34" charset="0"/>
              <a:ea typeface="Aptos" panose="020B00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63E5A973-1CC7-7DC4-B143-088C636C7B42}"/>
              </a:ext>
            </a:extLst>
          </p:cNvPr>
          <p:cNvSpPr txBox="1"/>
          <p:nvPr/>
        </p:nvSpPr>
        <p:spPr>
          <a:xfrm>
            <a:off x="6617554" y="5906701"/>
            <a:ext cx="5574446" cy="738664"/>
          </a:xfrm>
          <a:prstGeom prst="rect">
            <a:avLst/>
          </a:prstGeom>
          <a:noFill/>
        </p:spPr>
        <p:txBody>
          <a:bodyPr wrap="square">
            <a:spAutoFit/>
          </a:bodyPr>
          <a:lstStyle/>
          <a:p>
            <a:pPr algn="just"/>
            <a:r>
              <a:rPr lang="vi-VN" sz="1400" dirty="0"/>
              <a:t>Tỷ lệ chủ thẻ có giới tính nam cao hơn có thể là do giao dịch lớn hơn, tần suất nhiều hoặc là dễ bị tấn công kĩ thuật hơn so với tỷ lệ bên nữ ( có thể do chủ thẻ là nữ sử dụng thẻ thận trọng hơn)</a:t>
            </a:r>
            <a:endParaRPr lang="en-US" sz="1400" dirty="0"/>
          </a:p>
        </p:txBody>
      </p:sp>
      <p:pic>
        <p:nvPicPr>
          <p:cNvPr id="17" name="Picture 16" descr="A graph with a red bar&#10;&#10;AI-generated content may be incorrect.">
            <a:extLst>
              <a:ext uri="{FF2B5EF4-FFF2-40B4-BE49-F238E27FC236}">
                <a16:creationId xmlns:a16="http://schemas.microsoft.com/office/drawing/2014/main" id="{9AFDE81B-3ED2-3736-D858-8A0FDF2784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5681" y="3141911"/>
            <a:ext cx="5307965" cy="2764790"/>
          </a:xfrm>
          <a:prstGeom prst="rect">
            <a:avLst/>
          </a:prstGeom>
        </p:spPr>
      </p:pic>
      <p:sp>
        <p:nvSpPr>
          <p:cNvPr id="21" name="TextBox 20">
            <a:extLst>
              <a:ext uri="{FF2B5EF4-FFF2-40B4-BE49-F238E27FC236}">
                <a16:creationId xmlns:a16="http://schemas.microsoft.com/office/drawing/2014/main" id="{ED961290-DDD3-5A7E-FA7E-E1F4BCD3D251}"/>
              </a:ext>
            </a:extLst>
          </p:cNvPr>
          <p:cNvSpPr txBox="1"/>
          <p:nvPr/>
        </p:nvSpPr>
        <p:spPr>
          <a:xfrm>
            <a:off x="42961" y="5992654"/>
            <a:ext cx="5923280" cy="738664"/>
          </a:xfrm>
          <a:prstGeom prst="rect">
            <a:avLst/>
          </a:prstGeom>
          <a:noFill/>
        </p:spPr>
        <p:txBody>
          <a:bodyPr wrap="square">
            <a:spAutoFit/>
          </a:bodyPr>
          <a:lstStyle/>
          <a:p>
            <a:pPr algn="just"/>
            <a:r>
              <a:rPr lang="vi-VN" sz="1400" dirty="0"/>
              <a:t>Nhóm nghề là giáo viên tiếng Anh cho người nước ngoài có tỷ lệ gian lận cao nhất có thể do lừa đảo tuyển dụng ( phí visa,...), chuyển tiền từ quốc tế (Paypal, Wise) dễ bị money mule fraud (gian lận rửa tiền).</a:t>
            </a:r>
            <a:endParaRPr lang="en-US" sz="1400" dirty="0"/>
          </a:p>
        </p:txBody>
      </p:sp>
    </p:spTree>
    <p:extLst>
      <p:ext uri="{BB962C8B-B14F-4D97-AF65-F5344CB8AC3E}">
        <p14:creationId xmlns:p14="http://schemas.microsoft.com/office/powerpoint/2010/main" val="3528490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BFAA13-03EB-ACF4-DE4E-1D200B725E9C}"/>
              </a:ext>
            </a:extLst>
          </p:cNvPr>
          <p:cNvSpPr/>
          <p:nvPr/>
        </p:nvSpPr>
        <p:spPr>
          <a:xfrm>
            <a:off x="6184490" y="0"/>
            <a:ext cx="6184490" cy="6858000"/>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D4C0EE6D-EEC3-D2B8-96B8-1C6C79F6AFAD}"/>
              </a:ext>
            </a:extLst>
          </p:cNvPr>
          <p:cNvSpPr/>
          <p:nvPr/>
        </p:nvSpPr>
        <p:spPr>
          <a:xfrm>
            <a:off x="0" y="0"/>
            <a:ext cx="6184490" cy="6858000"/>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of a bar graph&#10;&#10;AI-generated content may be incorrect.">
            <a:extLst>
              <a:ext uri="{FF2B5EF4-FFF2-40B4-BE49-F238E27FC236}">
                <a16:creationId xmlns:a16="http://schemas.microsoft.com/office/drawing/2014/main" id="{75C74F1E-6A3E-6BD9-04C6-59DF2BF01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190" y="520700"/>
            <a:ext cx="5812808" cy="3045460"/>
          </a:xfrm>
          <a:prstGeom prst="rect">
            <a:avLst/>
          </a:prstGeom>
        </p:spPr>
      </p:pic>
      <p:sp>
        <p:nvSpPr>
          <p:cNvPr id="6" name="TextBox 5">
            <a:extLst>
              <a:ext uri="{FF2B5EF4-FFF2-40B4-BE49-F238E27FC236}">
                <a16:creationId xmlns:a16="http://schemas.microsoft.com/office/drawing/2014/main" id="{3B139B8E-F79F-C636-8244-341B9CE74744}"/>
              </a:ext>
            </a:extLst>
          </p:cNvPr>
          <p:cNvSpPr txBox="1"/>
          <p:nvPr/>
        </p:nvSpPr>
        <p:spPr>
          <a:xfrm>
            <a:off x="123190" y="3688081"/>
            <a:ext cx="5812808" cy="1200842"/>
          </a:xfrm>
          <a:prstGeom prst="rect">
            <a:avLst/>
          </a:prstGeom>
          <a:noFill/>
        </p:spPr>
        <p:txBody>
          <a:bodyPr wrap="square">
            <a:spAutoFit/>
          </a:bodyPr>
          <a:lstStyle/>
          <a:p>
            <a:pPr>
              <a:lnSpc>
                <a:spcPct val="115000"/>
              </a:lnSpc>
              <a:spcAft>
                <a:spcPts val="800"/>
              </a:spcAft>
              <a:buNone/>
            </a:pPr>
            <a:r>
              <a:rPr lang="vi-VN" sz="1600" kern="100" dirty="0">
                <a:effectLst/>
                <a:latin typeface="Arial" panose="020B0604020202020204" pitchFamily="34" charset="0"/>
                <a:ea typeface="Aptos" panose="020B0004020202020204" pitchFamily="34" charset="0"/>
                <a:cs typeface="Arial" panose="020B0604020202020204" pitchFamily="34" charset="0"/>
              </a:rPr>
              <a:t>Tỷ lệ gian lận bằng giao dịch mua sắm trực tuyến cao vì mua sắm trực tuyến khó xác minh, dễ dàng gian lận bằng thẻ ảo. Ngoài ra giao dịch tại điểm pos có thể giả mạo hoặc skimming thiết bị.</a:t>
            </a:r>
            <a:endParaRPr lang="en-US" sz="1600" kern="100" dirty="0">
              <a:effectLst/>
              <a:latin typeface="Arial" panose="020B0604020202020204" pitchFamily="34" charset="0"/>
              <a:ea typeface="Aptos" panose="020B0004020202020204" pitchFamily="34" charset="0"/>
              <a:cs typeface="Arial" panose="020B0604020202020204" pitchFamily="34" charset="0"/>
            </a:endParaRPr>
          </a:p>
        </p:txBody>
      </p:sp>
      <p:pic>
        <p:nvPicPr>
          <p:cNvPr id="7" name="Picture 6" descr="A screenshot of a graph&#10;&#10;AI-generated content may be incorrect.">
            <a:extLst>
              <a:ext uri="{FF2B5EF4-FFF2-40B4-BE49-F238E27FC236}">
                <a16:creationId xmlns:a16="http://schemas.microsoft.com/office/drawing/2014/main" id="{11DDB396-E55E-8351-6700-C48F2BD290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2982" y="322580"/>
            <a:ext cx="5600716" cy="3441700"/>
          </a:xfrm>
          <a:prstGeom prst="rect">
            <a:avLst/>
          </a:prstGeom>
        </p:spPr>
      </p:pic>
      <p:sp>
        <p:nvSpPr>
          <p:cNvPr id="9" name="TextBox 8">
            <a:extLst>
              <a:ext uri="{FF2B5EF4-FFF2-40B4-BE49-F238E27FC236}">
                <a16:creationId xmlns:a16="http://schemas.microsoft.com/office/drawing/2014/main" id="{CEF07434-72E4-4A64-5BFD-B6F2D2DAC952}"/>
              </a:ext>
            </a:extLst>
          </p:cNvPr>
          <p:cNvSpPr txBox="1"/>
          <p:nvPr/>
        </p:nvSpPr>
        <p:spPr>
          <a:xfrm>
            <a:off x="6307680" y="3764280"/>
            <a:ext cx="5812808" cy="1494192"/>
          </a:xfrm>
          <a:prstGeom prst="rect">
            <a:avLst/>
          </a:prstGeom>
          <a:noFill/>
        </p:spPr>
        <p:txBody>
          <a:bodyPr wrap="square">
            <a:spAutoFit/>
          </a:bodyPr>
          <a:lstStyle/>
          <a:p>
            <a:pPr>
              <a:lnSpc>
                <a:spcPct val="115000"/>
              </a:lnSpc>
              <a:spcAft>
                <a:spcPts val="800"/>
              </a:spcAft>
              <a:buNone/>
            </a:pPr>
            <a:r>
              <a:rPr lang="vi-VN" sz="1600" kern="100" dirty="0">
                <a:effectLst/>
                <a:latin typeface="Arial" panose="020B0604020202020204" pitchFamily="34" charset="0"/>
                <a:ea typeface="Aptos" panose="020B0004020202020204" pitchFamily="34" charset="0"/>
                <a:cs typeface="Arial" panose="020B0604020202020204" pitchFamily="34" charset="0"/>
              </a:rPr>
              <a:t>Nhóm tuổi từ 18 đến 30 có thói quen mua sắm nhanh, dùng thẻ tại các điểm POS nhưng lại tiểm ẩn khả năng dễ skimming thẻ tại các cửa hàng, siêu thị hoặc có thể sử dụng thẻ clone để mua sắm. Nhóm tuổi từ 70 trở lên có tỷ lệ gian lận khá cao, nguyên nhân có thể do dễ bị đánh cắp thẻ vật lý.</a:t>
            </a:r>
            <a:endParaRPr lang="en-US" sz="1600"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683768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5C09DF-CB67-8F32-DF77-3972FAED5F34}"/>
              </a:ext>
            </a:extLst>
          </p:cNvPr>
          <p:cNvSpPr/>
          <p:nvPr/>
        </p:nvSpPr>
        <p:spPr>
          <a:xfrm>
            <a:off x="6096000" y="0"/>
            <a:ext cx="6096000" cy="6858000"/>
          </a:xfrm>
          <a:prstGeom prst="rect">
            <a:avLst/>
          </a:prstGeom>
          <a:solidFill>
            <a:schemeClr val="accent2">
              <a:lumMod val="60000"/>
              <a:lumOff val="40000"/>
            </a:schemeClr>
          </a:solidFill>
          <a:ln>
            <a:solidFill>
              <a:schemeClr val="accent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EA69D1EA-6BF0-93C6-8916-CEDCBD1AEAD4}"/>
              </a:ext>
            </a:extLst>
          </p:cNvPr>
          <p:cNvSpPr/>
          <p:nvPr/>
        </p:nvSpPr>
        <p:spPr>
          <a:xfrm>
            <a:off x="0" y="0"/>
            <a:ext cx="6096000" cy="6858000"/>
          </a:xfrm>
          <a:prstGeom prst="rect">
            <a:avLst/>
          </a:prstGeom>
          <a:solidFill>
            <a:schemeClr val="accent2">
              <a:lumMod val="40000"/>
              <a:lumOff val="60000"/>
            </a:schemeClr>
          </a:solidFill>
          <a:ln>
            <a:solidFill>
              <a:schemeClr val="accent2">
                <a:lumMod val="40000"/>
                <a:lumOff val="6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pic>
        <p:nvPicPr>
          <p:cNvPr id="4" name="Picture 3" descr="A graph of a number of miles&#10;&#10;AI-generated content may be incorrect.">
            <a:extLst>
              <a:ext uri="{FF2B5EF4-FFF2-40B4-BE49-F238E27FC236}">
                <a16:creationId xmlns:a16="http://schemas.microsoft.com/office/drawing/2014/main" id="{9F38DBB0-8BF0-2D69-ABC1-535EFD160B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207" y="0"/>
            <a:ext cx="5315585" cy="2848610"/>
          </a:xfrm>
          <a:prstGeom prst="rect">
            <a:avLst/>
          </a:prstGeom>
        </p:spPr>
      </p:pic>
      <p:pic>
        <p:nvPicPr>
          <p:cNvPr id="5" name="Picture 4" descr="A graph of a number of people&#10;&#10;AI-generated content may be incorrect.">
            <a:extLst>
              <a:ext uri="{FF2B5EF4-FFF2-40B4-BE49-F238E27FC236}">
                <a16:creationId xmlns:a16="http://schemas.microsoft.com/office/drawing/2014/main" id="{5B67CA27-B063-F89D-931C-B9B2681784DE}"/>
              </a:ext>
            </a:extLst>
          </p:cNvPr>
          <p:cNvPicPr>
            <a:picLocks noChangeAspect="1"/>
          </p:cNvPicPr>
          <p:nvPr/>
        </p:nvPicPr>
        <p:blipFill>
          <a:blip r:embed="rId3"/>
          <a:stretch>
            <a:fillRect/>
          </a:stretch>
        </p:blipFill>
        <p:spPr>
          <a:xfrm>
            <a:off x="136207" y="3072765"/>
            <a:ext cx="5315585" cy="2900997"/>
          </a:xfrm>
          <a:prstGeom prst="rect">
            <a:avLst/>
          </a:prstGeom>
        </p:spPr>
      </p:pic>
      <p:pic>
        <p:nvPicPr>
          <p:cNvPr id="6" name="Picture 5" descr="A screenshot of a graph&#10;&#10;AI-generated content may be incorrect.">
            <a:extLst>
              <a:ext uri="{FF2B5EF4-FFF2-40B4-BE49-F238E27FC236}">
                <a16:creationId xmlns:a16="http://schemas.microsoft.com/office/drawing/2014/main" id="{5051EB28-337F-0E33-B3DD-7F39F7371131}"/>
              </a:ext>
            </a:extLst>
          </p:cNvPr>
          <p:cNvPicPr>
            <a:picLocks noChangeAspect="1"/>
          </p:cNvPicPr>
          <p:nvPr/>
        </p:nvPicPr>
        <p:blipFill>
          <a:blip r:embed="rId4"/>
          <a:stretch>
            <a:fillRect/>
          </a:stretch>
        </p:blipFill>
        <p:spPr>
          <a:xfrm>
            <a:off x="6248400" y="0"/>
            <a:ext cx="5943600" cy="4126230"/>
          </a:xfrm>
          <a:prstGeom prst="rect">
            <a:avLst/>
          </a:prstGeom>
        </p:spPr>
      </p:pic>
      <p:sp>
        <p:nvSpPr>
          <p:cNvPr id="10" name="TextBox 9">
            <a:extLst>
              <a:ext uri="{FF2B5EF4-FFF2-40B4-BE49-F238E27FC236}">
                <a16:creationId xmlns:a16="http://schemas.microsoft.com/office/drawing/2014/main" id="{EA00C2F1-F10E-3061-E090-5794CFFD25EC}"/>
              </a:ext>
            </a:extLst>
          </p:cNvPr>
          <p:cNvSpPr txBox="1"/>
          <p:nvPr/>
        </p:nvSpPr>
        <p:spPr>
          <a:xfrm>
            <a:off x="6505773" y="4195056"/>
            <a:ext cx="5428853" cy="738664"/>
          </a:xfrm>
          <a:prstGeom prst="rect">
            <a:avLst/>
          </a:prstGeom>
          <a:noFill/>
        </p:spPr>
        <p:txBody>
          <a:bodyPr wrap="square">
            <a:spAutoFit/>
          </a:bodyPr>
          <a:lstStyle/>
          <a:p>
            <a:pPr algn="just"/>
            <a:r>
              <a:rPr lang="en-US" sz="1400" dirty="0">
                <a:latin typeface="Arial" panose="020B0604020202020204" pitchFamily="34" charset="0"/>
                <a:cs typeface="Arial" panose="020B0604020202020204" pitchFamily="34" charset="0"/>
              </a:rPr>
              <a:t>Bang Alaska (AK) </a:t>
            </a:r>
            <a:r>
              <a:rPr lang="en-US" sz="1400" dirty="0" err="1">
                <a:latin typeface="Arial" panose="020B0604020202020204" pitchFamily="34" charset="0"/>
                <a:cs typeface="Arial" panose="020B0604020202020204" pitchFamily="34" charset="0"/>
              </a:rPr>
              <a:t>là</a:t>
            </a:r>
            <a:r>
              <a:rPr lang="en-US" sz="1400" dirty="0">
                <a:latin typeface="Arial" panose="020B0604020202020204" pitchFamily="34" charset="0"/>
                <a:cs typeface="Arial" panose="020B0604020202020204" pitchFamily="34" charset="0"/>
              </a:rPr>
              <a:t> bang </a:t>
            </a:r>
            <a:r>
              <a:rPr lang="en-US" sz="1400" dirty="0" err="1">
                <a:latin typeface="Arial" panose="020B0604020202020204" pitchFamily="34" charset="0"/>
                <a:cs typeface="Arial" panose="020B0604020202020204" pitchFamily="34" charset="0"/>
              </a:rPr>
              <a:t>ít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dân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giao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dịch</a:t>
            </a:r>
            <a:r>
              <a:rPr lang="en-US" sz="1400" dirty="0">
                <a:latin typeface="Arial" panose="020B0604020202020204" pitchFamily="34" charset="0"/>
                <a:cs typeface="Arial" panose="020B0604020202020204" pitchFamily="34" charset="0"/>
              </a:rPr>
              <a:t> online </a:t>
            </a:r>
            <a:r>
              <a:rPr lang="en-US" sz="1400" dirty="0" err="1">
                <a:latin typeface="Arial" panose="020B0604020202020204" pitchFamily="34" charset="0"/>
                <a:cs typeface="Arial" panose="020B0604020202020204" pitchFamily="34" charset="0"/>
              </a:rPr>
              <a:t>chiếm</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đa</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số</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nên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tỷ</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lệ</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gian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lận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cao</a:t>
            </a:r>
            <a:r>
              <a:rPr lang="en-US" sz="1400" dirty="0">
                <a:latin typeface="Arial" panose="020B0604020202020204" pitchFamily="34" charset="0"/>
                <a:cs typeface="Arial" panose="020B0604020202020204" pitchFamily="34" charset="0"/>
              </a:rPr>
              <a:t> do merchant xa </a:t>
            </a:r>
            <a:r>
              <a:rPr lang="en-US" sz="1400" dirty="0" err="1">
                <a:latin typeface="Arial" panose="020B0604020202020204" pitchFamily="34" charset="0"/>
                <a:cs typeface="Arial" panose="020B0604020202020204" pitchFamily="34" charset="0"/>
              </a:rPr>
              <a:t>hoặc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dễ</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bị</a:t>
            </a:r>
            <a:r>
              <a:rPr lang="en-US" sz="1400" dirty="0">
                <a:latin typeface="Arial" panose="020B0604020202020204" pitchFamily="34" charset="0"/>
                <a:cs typeface="Arial" panose="020B0604020202020204" pitchFamily="34" charset="0"/>
              </a:rPr>
              <a:t> CNP fraud (</a:t>
            </a:r>
            <a:r>
              <a:rPr lang="en-US" sz="1400" dirty="0" err="1">
                <a:latin typeface="Arial" panose="020B0604020202020204" pitchFamily="34" charset="0"/>
                <a:cs typeface="Arial" panose="020B0604020202020204" pitchFamily="34" charset="0"/>
              </a:rPr>
              <a:t>gian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lận</a:t>
            </a:r>
            <a:r>
              <a:rPr lang="en-US" sz="1400" dirty="0">
                <a:latin typeface="Arial" panose="020B0604020202020204" pitchFamily="34" charset="0"/>
                <a:cs typeface="Arial" panose="020B0604020202020204" pitchFamily="34" charset="0"/>
              </a:rPr>
              <a:t> ko </a:t>
            </a:r>
            <a:r>
              <a:rPr lang="en-US" sz="1400" dirty="0" err="1">
                <a:latin typeface="Arial" panose="020B0604020202020204" pitchFamily="34" charset="0"/>
                <a:cs typeface="Arial" panose="020B0604020202020204" pitchFamily="34" charset="0"/>
              </a:rPr>
              <a:t>cần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xuất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trình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thẻ</a:t>
            </a:r>
            <a:r>
              <a:rPr lang="en-US" sz="1400" dirty="0">
                <a:latin typeface="Arial" panose="020B0604020202020204" pitchFamily="34" charset="0"/>
                <a:cs typeface="Arial" panose="020B0604020202020204" pitchFamily="34" charset="0"/>
              </a:rPr>
              <a:t>).</a:t>
            </a:r>
          </a:p>
        </p:txBody>
      </p:sp>
      <p:sp>
        <p:nvSpPr>
          <p:cNvPr id="14" name="TextBox 13">
            <a:extLst>
              <a:ext uri="{FF2B5EF4-FFF2-40B4-BE49-F238E27FC236}">
                <a16:creationId xmlns:a16="http://schemas.microsoft.com/office/drawing/2014/main" id="{9C09BE56-E431-0649-B3D3-229F357819F2}"/>
              </a:ext>
            </a:extLst>
          </p:cNvPr>
          <p:cNvSpPr txBox="1"/>
          <p:nvPr/>
        </p:nvSpPr>
        <p:spPr>
          <a:xfrm>
            <a:off x="136207" y="6197917"/>
            <a:ext cx="5663381" cy="523220"/>
          </a:xfrm>
          <a:prstGeom prst="rect">
            <a:avLst/>
          </a:prstGeom>
          <a:noFill/>
        </p:spPr>
        <p:txBody>
          <a:bodyPr wrap="square">
            <a:spAutoFit/>
          </a:bodyPr>
          <a:lstStyle/>
          <a:p>
            <a:r>
              <a:rPr lang="vi-VN" sz="1400" dirty="0"/>
              <a:t>Giao dịch gian lận thường sẽ có khoảng cách xa hơn so với giao dịch bình thường, nguyên nhân có thể do bị đánh cắp thẻ.</a:t>
            </a:r>
            <a:endParaRPr lang="en-US" sz="1400" dirty="0"/>
          </a:p>
        </p:txBody>
      </p:sp>
    </p:spTree>
    <p:extLst>
      <p:ext uri="{BB962C8B-B14F-4D97-AF65-F5344CB8AC3E}">
        <p14:creationId xmlns:p14="http://schemas.microsoft.com/office/powerpoint/2010/main" val="819344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2E6407-B324-383A-6049-DBA56CEFF7AC}"/>
              </a:ext>
            </a:extLst>
          </p:cNvPr>
          <p:cNvSpPr/>
          <p:nvPr/>
        </p:nvSpPr>
        <p:spPr>
          <a:xfrm>
            <a:off x="5348748" y="0"/>
            <a:ext cx="6843252" cy="6858000"/>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graph of a graph&#10;&#10;AI-generated content may be incorrect.">
            <a:extLst>
              <a:ext uri="{FF2B5EF4-FFF2-40B4-BE49-F238E27FC236}">
                <a16:creationId xmlns:a16="http://schemas.microsoft.com/office/drawing/2014/main" id="{8C6835FE-C4B9-46A8-7658-FEE545EB91B2}"/>
              </a:ext>
            </a:extLst>
          </p:cNvPr>
          <p:cNvPicPr>
            <a:picLocks noChangeAspect="1"/>
          </p:cNvPicPr>
          <p:nvPr/>
        </p:nvPicPr>
        <p:blipFill>
          <a:blip r:embed="rId2"/>
          <a:stretch>
            <a:fillRect/>
          </a:stretch>
        </p:blipFill>
        <p:spPr>
          <a:xfrm>
            <a:off x="213771" y="83162"/>
            <a:ext cx="4347845" cy="3931690"/>
          </a:xfrm>
          <a:prstGeom prst="rect">
            <a:avLst/>
          </a:prstGeom>
        </p:spPr>
      </p:pic>
      <p:pic>
        <p:nvPicPr>
          <p:cNvPr id="3" name="Picture 2" descr="A graph with a line and a dotted line&#10;&#10;AI-generated content may be incorrect.">
            <a:extLst>
              <a:ext uri="{FF2B5EF4-FFF2-40B4-BE49-F238E27FC236}">
                <a16:creationId xmlns:a16="http://schemas.microsoft.com/office/drawing/2014/main" id="{DE3E896B-DB41-ACED-42A6-883DD478347B}"/>
              </a:ext>
            </a:extLst>
          </p:cNvPr>
          <p:cNvPicPr>
            <a:picLocks noChangeAspect="1"/>
          </p:cNvPicPr>
          <p:nvPr/>
        </p:nvPicPr>
        <p:blipFill>
          <a:blip r:embed="rId3"/>
          <a:stretch>
            <a:fillRect/>
          </a:stretch>
        </p:blipFill>
        <p:spPr>
          <a:xfrm>
            <a:off x="83142" y="4014852"/>
            <a:ext cx="4901813" cy="2129958"/>
          </a:xfrm>
          <a:prstGeom prst="rect">
            <a:avLst/>
          </a:prstGeom>
        </p:spPr>
      </p:pic>
      <p:pic>
        <p:nvPicPr>
          <p:cNvPr id="4" name="Picture 3" descr="A screenshot of a computer screen&#10;&#10;AI-generated content may be incorrect.">
            <a:extLst>
              <a:ext uri="{FF2B5EF4-FFF2-40B4-BE49-F238E27FC236}">
                <a16:creationId xmlns:a16="http://schemas.microsoft.com/office/drawing/2014/main" id="{0E7AFAA2-2511-6E2E-ABB4-65C22FA4D8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9691" y="109903"/>
            <a:ext cx="5981599" cy="4441427"/>
          </a:xfrm>
          <a:prstGeom prst="rect">
            <a:avLst/>
          </a:prstGeom>
        </p:spPr>
      </p:pic>
      <p:sp>
        <p:nvSpPr>
          <p:cNvPr id="8" name="TextBox 7">
            <a:extLst>
              <a:ext uri="{FF2B5EF4-FFF2-40B4-BE49-F238E27FC236}">
                <a16:creationId xmlns:a16="http://schemas.microsoft.com/office/drawing/2014/main" id="{C80FA326-A633-B52C-1781-10BE7F56E17A}"/>
              </a:ext>
            </a:extLst>
          </p:cNvPr>
          <p:cNvSpPr txBox="1"/>
          <p:nvPr/>
        </p:nvSpPr>
        <p:spPr>
          <a:xfrm>
            <a:off x="5879691" y="4551330"/>
            <a:ext cx="6096000"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Gian </a:t>
            </a:r>
            <a:r>
              <a:rPr lang="en-US" sz="1600" dirty="0" err="1">
                <a:latin typeface="Arial" panose="020B0604020202020204" pitchFamily="34" charset="0"/>
                <a:cs typeface="Arial" panose="020B0604020202020204" pitchFamily="34" charset="0"/>
              </a:rPr>
              <a:t>lận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không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chỉ</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xảy</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ra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đêm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khuya</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mà</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tập</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trung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vào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giờ</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cao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điểm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tại</a:t>
            </a:r>
            <a:r>
              <a:rPr lang="en-US" sz="1600" dirty="0">
                <a:latin typeface="Arial" panose="020B0604020202020204" pitchFamily="34" charset="0"/>
                <a:cs typeface="Arial" panose="020B0604020202020204" pitchFamily="34" charset="0"/>
              </a:rPr>
              <a:t> POS </a:t>
            </a:r>
            <a:r>
              <a:rPr lang="vi-VN" sz="1600" dirty="0">
                <a:latin typeface="Arial" panose="020B0604020202020204" pitchFamily="34" charset="0"/>
                <a:cs typeface="Arial" panose="020B0604020202020204" pitchFamily="34" charset="0"/>
              </a:rPr>
              <a:t>(grocery_pos).</a:t>
            </a:r>
            <a:endParaRPr lang="en-US" sz="16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FC9C320F-B301-097C-3D42-68F053D374ED}"/>
              </a:ext>
            </a:extLst>
          </p:cNvPr>
          <p:cNvSpPr txBox="1"/>
          <p:nvPr/>
        </p:nvSpPr>
        <p:spPr>
          <a:xfrm>
            <a:off x="83142" y="6144810"/>
            <a:ext cx="4984955"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Gian </a:t>
            </a:r>
            <a:r>
              <a:rPr lang="en-US" sz="1400" dirty="0" err="1">
                <a:latin typeface="Arial" panose="020B0604020202020204" pitchFamily="34" charset="0"/>
                <a:cs typeface="Arial" panose="020B0604020202020204" pitchFamily="34" charset="0"/>
              </a:rPr>
              <a:t>lận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tập</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trung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vào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đêm</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khuya</a:t>
            </a:r>
            <a:r>
              <a:rPr lang="en-US" sz="1400" dirty="0">
                <a:latin typeface="Arial" panose="020B0604020202020204" pitchFamily="34" charset="0"/>
                <a:cs typeface="Arial" panose="020B0604020202020204" pitchFamily="34" charset="0"/>
              </a:rPr>
              <a:t> (0h–3h) </a:t>
            </a:r>
            <a:r>
              <a:rPr lang="en-US" sz="1400" dirty="0" err="1">
                <a:latin typeface="Arial" panose="020B0604020202020204" pitchFamily="34" charset="0"/>
                <a:cs typeface="Arial" panose="020B0604020202020204" pitchFamily="34" charset="0"/>
              </a:rPr>
              <a:t>dù</a:t>
            </a:r>
            <a:r>
              <a:rPr lang="en-US" sz="1400" dirty="0">
                <a:latin typeface="Arial" panose="020B0604020202020204" pitchFamily="34" charset="0"/>
                <a:cs typeface="Arial" panose="020B0604020202020204" pitchFamily="34" charset="0"/>
              </a:rPr>
              <a:t> volume </a:t>
            </a:r>
            <a:r>
              <a:rPr lang="en-US" sz="1400" dirty="0" err="1">
                <a:latin typeface="Arial" panose="020B0604020202020204" pitchFamily="34" charset="0"/>
                <a:cs typeface="Arial" panose="020B0604020202020204" pitchFamily="34" charset="0"/>
              </a:rPr>
              <a:t>chỉ</a:t>
            </a:r>
            <a:r>
              <a:rPr lang="en-US" sz="1400" dirty="0">
                <a:latin typeface="Arial" panose="020B0604020202020204" pitchFamily="34" charset="0"/>
                <a:cs typeface="Arial" panose="020B0604020202020204" pitchFamily="34" charset="0"/>
              </a:rPr>
              <a:t> 5% → </a:t>
            </a:r>
            <a:r>
              <a:rPr lang="en-US" sz="1400" dirty="0" err="1">
                <a:latin typeface="Arial" panose="020B0604020202020204" pitchFamily="34" charset="0"/>
                <a:cs typeface="Arial" panose="020B0604020202020204" pitchFamily="34" charset="0"/>
              </a:rPr>
              <a:t>tỷ</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lệ</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gian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lận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cao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gấp</a:t>
            </a:r>
            <a:r>
              <a:rPr lang="en-US" sz="1400" dirty="0">
                <a:latin typeface="Arial" panose="020B0604020202020204" pitchFamily="34" charset="0"/>
                <a:cs typeface="Arial" panose="020B0604020202020204" pitchFamily="34" charset="0"/>
              </a:rPr>
              <a:t> 100 </a:t>
            </a:r>
            <a:r>
              <a:rPr lang="en-US" sz="1400" dirty="0" err="1">
                <a:latin typeface="Arial" panose="020B0604020202020204" pitchFamily="34" charset="0"/>
                <a:cs typeface="Arial" panose="020B0604020202020204" pitchFamily="34" charset="0"/>
              </a:rPr>
              <a:t>lần</a:t>
            </a:r>
            <a:r>
              <a:rPr lang="en-US" sz="1400" dirty="0">
                <a:latin typeface="Arial" panose="020B0604020202020204" pitchFamily="34" charset="0"/>
                <a:cs typeface="Arial" panose="020B0604020202020204" pitchFamily="34" charset="0"/>
              </a:rPr>
              <a:t> ban </a:t>
            </a:r>
            <a:r>
              <a:rPr lang="en-US" sz="1400" dirty="0" err="1">
                <a:latin typeface="Arial" panose="020B0604020202020204" pitchFamily="34" charset="0"/>
                <a:cs typeface="Arial" panose="020B0604020202020204" pitchFamily="34" charset="0"/>
              </a:rPr>
              <a:t>ngày</a:t>
            </a:r>
            <a:r>
              <a:rPr lang="en-US" sz="1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95872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47A1E-A2BC-5FF0-7245-6B909FB2D8EE}"/>
              </a:ext>
            </a:extLst>
          </p:cNvPr>
          <p:cNvSpPr>
            <a:spLocks noGrp="1"/>
          </p:cNvSpPr>
          <p:nvPr>
            <p:ph type="title"/>
          </p:nvPr>
        </p:nvSpPr>
        <p:spPr>
          <a:xfrm>
            <a:off x="90949" y="138986"/>
            <a:ext cx="3861620" cy="814744"/>
          </a:xfrm>
        </p:spPr>
        <p:txBody>
          <a:bodyPr>
            <a:normAutofit fontScale="90000"/>
          </a:bodyPr>
          <a:lstStyle/>
          <a:p>
            <a:r>
              <a:rPr lang="vi-VN" sz="3600" b="1" dirty="0"/>
              <a:t>Feature Engineering</a:t>
            </a:r>
            <a:endParaRPr lang="en-US" sz="3600" b="1" dirty="0"/>
          </a:p>
        </p:txBody>
      </p:sp>
      <p:sp>
        <p:nvSpPr>
          <p:cNvPr id="4" name="TextBox 3">
            <a:extLst>
              <a:ext uri="{FF2B5EF4-FFF2-40B4-BE49-F238E27FC236}">
                <a16:creationId xmlns:a16="http://schemas.microsoft.com/office/drawing/2014/main" id="{5D27BBBE-D48D-4801-05EC-0649D4980674}"/>
              </a:ext>
            </a:extLst>
          </p:cNvPr>
          <p:cNvSpPr txBox="1"/>
          <p:nvPr/>
        </p:nvSpPr>
        <p:spPr>
          <a:xfrm>
            <a:off x="90949" y="733582"/>
            <a:ext cx="12010102" cy="3044360"/>
          </a:xfrm>
          <a:prstGeom prst="rect">
            <a:avLst/>
          </a:prstGeom>
          <a:noFill/>
        </p:spPr>
        <p:txBody>
          <a:bodyPr wrap="square">
            <a:spAutoFit/>
          </a:bodyPr>
          <a:lstStyle/>
          <a:p>
            <a:pPr marL="342900" lvl="0" indent="-342900">
              <a:lnSpc>
                <a:spcPct val="115000"/>
              </a:lnSpc>
              <a:buFont typeface="Aptos" panose="020B0004020202020204" pitchFamily="34" charset="0"/>
              <a:buChar char="-"/>
            </a:pPr>
            <a:r>
              <a:rPr lang="vi-VN" sz="1800" kern="100" dirty="0">
                <a:effectLst/>
                <a:latin typeface="Arial" panose="020B0604020202020204" pitchFamily="34" charset="0"/>
                <a:ea typeface="Aptos" panose="020B0004020202020204" pitchFamily="34" charset="0"/>
                <a:cs typeface="Arial" panose="020B0604020202020204" pitchFamily="34" charset="0"/>
              </a:rPr>
              <a:t>Tương tác giữa số tiền và tần suất giao dịch: </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amt_txn1h_interraction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amt_txn24h_interraction.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Aptos" panose="020B0004020202020204" pitchFamily="34" charset="0"/>
              <a:buChar char="-"/>
            </a:pPr>
            <a:r>
              <a:rPr lang="vi-VN" sz="1800" kern="100" dirty="0">
                <a:effectLst/>
                <a:latin typeface="Arial" panose="020B0604020202020204" pitchFamily="34" charset="0"/>
                <a:ea typeface="Aptos" panose="020B0004020202020204" pitchFamily="34" charset="0"/>
                <a:cs typeface="Arial" panose="020B0604020202020204" pitchFamily="34" charset="0"/>
              </a:rPr>
              <a:t>Tốc độ di chuyển bất thường: </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large_amt_low_freq_1h</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effective_speed_kmh</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unusual_speed</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Aptos" panose="020B0004020202020204" pitchFamily="34" charset="0"/>
              <a:buChar char="-"/>
            </a:pPr>
            <a:r>
              <a:rPr lang="vi-VN" sz="1800" kern="100" dirty="0">
                <a:effectLst/>
                <a:latin typeface="Arial" panose="020B0604020202020204" pitchFamily="34" charset="0"/>
                <a:ea typeface="Aptos" panose="020B0004020202020204" pitchFamily="34" charset="0"/>
                <a:cs typeface="Arial" panose="020B0604020202020204" pitchFamily="34" charset="0"/>
              </a:rPr>
              <a:t>Giao dịch quá nhanh liên tiếp: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fast_txn_streak</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fast_txn_streak_flag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Aptos" panose="020B0004020202020204" pitchFamily="34" charset="0"/>
              <a:buChar char="-"/>
            </a:pPr>
            <a:r>
              <a:rPr lang="vi-VN" sz="1800" kern="100" dirty="0">
                <a:effectLst/>
                <a:latin typeface="Arial" panose="020B0604020202020204" pitchFamily="34" charset="0"/>
                <a:ea typeface="Aptos" panose="020B0004020202020204" pitchFamily="34" charset="0"/>
                <a:cs typeface="Arial" panose="020B0604020202020204" pitchFamily="34" charset="0"/>
              </a:rPr>
              <a:t>Hành vi bất thường vào ban đêm: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night_risk</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late_night_high_amt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Aptos" panose="020B0004020202020204" pitchFamily="34" charset="0"/>
              <a:buChar char="-"/>
            </a:pPr>
            <a:r>
              <a:rPr lang="vi-VN" sz="1800" kern="100" dirty="0">
                <a:effectLst/>
                <a:ea typeface="Aptos" panose="020B0004020202020204" pitchFamily="34" charset="0"/>
                <a:cs typeface="Cascadia Code Light" panose="020B0609020000020004" pitchFamily="49" charset="0"/>
              </a:rPr>
              <a:t>Tương tác giữa số tiền và chuỗi giao dịch:</a:t>
            </a:r>
            <a:r>
              <a:rPr lang="en-US" sz="1800" kern="100" dirty="0">
                <a:effectLst/>
                <a:ea typeface="Aptos" panose="020B0004020202020204" pitchFamily="34" charset="0"/>
                <a:cs typeface="Cascadia Code Light" panose="020B0609020000020004" pitchFamily="49" charset="0"/>
              </a:rPr>
              <a:t> </a:t>
            </a:r>
            <a:r>
              <a:rPr lang="en-US" sz="1800" kern="100" dirty="0">
                <a:effectLst/>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streak_amt_ratio</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long_streak</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Aptos" panose="020B0004020202020204" pitchFamily="34" charset="0"/>
              <a:buChar char="-"/>
            </a:pPr>
            <a:r>
              <a:rPr lang="vi-VN" sz="1800" kern="100" dirty="0">
                <a:effectLst/>
                <a:latin typeface="Arial" panose="020B0604020202020204" pitchFamily="34" charset="0"/>
                <a:ea typeface="Aptos" panose="020B0004020202020204" pitchFamily="34" charset="0"/>
                <a:cs typeface="Arial" panose="020B0604020202020204" pitchFamily="34" charset="0"/>
              </a:rPr>
              <a:t>Phát hiện outlier số tiền giao dịch: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amt_z</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amt_outlier</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freq_outlier_1h</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Aptos" panose="020B0004020202020204" pitchFamily="34" charset="0"/>
              <a:buChar char="-"/>
            </a:pPr>
            <a:r>
              <a:rPr lang="vi-VN" sz="1800" kern="100" dirty="0">
                <a:effectLst/>
                <a:latin typeface="Arial" panose="020B0604020202020204" pitchFamily="34" charset="0"/>
                <a:ea typeface="Aptos" panose="020B0004020202020204" pitchFamily="34" charset="0"/>
                <a:cs typeface="Arial" panose="020B0604020202020204" pitchFamily="34" charset="0"/>
              </a:rPr>
              <a:t>Biến đổi log số tiền giao dịch: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log_amt</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log_distance</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log_speed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Aptos" panose="020B0004020202020204" pitchFamily="34" charset="0"/>
              <a:buChar char="-"/>
            </a:pPr>
            <a:r>
              <a:rPr lang="vi-VN" sz="1800" kern="100" dirty="0">
                <a:effectLst/>
                <a:latin typeface="Arial" panose="020B0604020202020204" pitchFamily="34" charset="0"/>
                <a:ea typeface="Aptos" panose="020B0004020202020204" pitchFamily="34" charset="0"/>
                <a:cs typeface="Arial" panose="020B0604020202020204" pitchFamily="34" charset="0"/>
              </a:rPr>
              <a:t>Tần suất giao dịch quốc tế: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intl_high_freq</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intl_large_amt</a:t>
            </a:r>
            <a:endParaRPr lang="en-US" sz="1800" kern="100" dirty="0">
              <a:effectLst/>
              <a:latin typeface="Cascadia Code Light" panose="020B0609020000020004" pitchFamily="49" charset="0"/>
              <a:ea typeface="Aptos" panose="020B0004020202020204" pitchFamily="34" charset="0"/>
              <a:cs typeface="Times New Roman" panose="02020603050405020304" pitchFamily="18" charset="0"/>
            </a:endParaRPr>
          </a:p>
          <a:p>
            <a:pPr marL="342900" indent="-342900">
              <a:lnSpc>
                <a:spcPct val="115000"/>
              </a:lnSpc>
              <a:spcAft>
                <a:spcPts val="800"/>
              </a:spcAft>
              <a:buFont typeface="Aptos" panose="020B0004020202020204" pitchFamily="34" charset="0"/>
              <a:buChar char="-"/>
            </a:pPr>
            <a:r>
              <a:rPr lang="en-US" dirty="0">
                <a:latin typeface="Arial" panose="020B0604020202020204" pitchFamily="34" charset="0"/>
                <a:cs typeface="Arial" panose="020B0604020202020204" pitchFamily="34" charset="0"/>
              </a:rPr>
              <a:t>Label encode:  </a:t>
            </a:r>
            <a:r>
              <a:rPr lang="en-US" dirty="0">
                <a:latin typeface="Cascadia Code Light" panose="020B0609020000020004" pitchFamily="49" charset="0"/>
                <a:ea typeface="Cascadia Code Light" panose="020B0609020000020004" pitchFamily="49" charset="0"/>
                <a:cs typeface="Cascadia Code Light" panose="020B0609020000020004" pitchFamily="49" charset="0"/>
              </a:rPr>
              <a:t>merchant, category, gender, city, state, job</a:t>
            </a:r>
          </a:p>
        </p:txBody>
      </p:sp>
      <p:sp>
        <p:nvSpPr>
          <p:cNvPr id="8" name="TextBox 7">
            <a:extLst>
              <a:ext uri="{FF2B5EF4-FFF2-40B4-BE49-F238E27FC236}">
                <a16:creationId xmlns:a16="http://schemas.microsoft.com/office/drawing/2014/main" id="{3EE1EAF1-F53E-BA4F-FD9E-019FA58E96AF}"/>
              </a:ext>
            </a:extLst>
          </p:cNvPr>
          <p:cNvSpPr txBox="1"/>
          <p:nvPr/>
        </p:nvSpPr>
        <p:spPr>
          <a:xfrm>
            <a:off x="179439" y="3974587"/>
            <a:ext cx="11570109" cy="1986121"/>
          </a:xfrm>
          <a:prstGeom prst="rect">
            <a:avLst/>
          </a:prstGeom>
          <a:noFill/>
        </p:spPr>
        <p:txBody>
          <a:bodyPr wrap="square">
            <a:spAutoFit/>
          </a:bodyPr>
          <a:lstStyle/>
          <a:p>
            <a:pPr>
              <a:lnSpc>
                <a:spcPct val="115000"/>
              </a:lnSpc>
              <a:spcAft>
                <a:spcPts val="800"/>
              </a:spcAft>
              <a:buNone/>
            </a:pPr>
            <a:r>
              <a:rPr lang="en-US" sz="1800" b="1" kern="100" dirty="0" err="1">
                <a:effectLst/>
                <a:latin typeface="Arial" panose="020B0604020202020204" pitchFamily="34" charset="0"/>
                <a:ea typeface="Aptos" panose="020B0004020202020204" pitchFamily="34" charset="0"/>
                <a:cs typeface="Arial" panose="020B0604020202020204" pitchFamily="34" charset="0"/>
              </a:rPr>
              <a:t>Chọn</a:t>
            </a:r>
            <a:r>
              <a:rPr lang="vi-VN" sz="1800" b="1" kern="100" dirty="0">
                <a:effectLst/>
                <a:latin typeface="Arial" panose="020B0604020202020204" pitchFamily="34" charset="0"/>
                <a:ea typeface="Aptos" panose="020B0004020202020204" pitchFamily="34" charset="0"/>
                <a:cs typeface="Arial" panose="020B0604020202020204" pitchFamily="34" charset="0"/>
              </a:rPr>
              <a:t> Feature</a:t>
            </a:r>
            <a:r>
              <a:rPr lang="en-US" sz="1800" b="1" kern="100" dirty="0">
                <a:effectLst/>
                <a:latin typeface="Arial" panose="020B0604020202020204" pitchFamily="34" charset="0"/>
                <a:ea typeface="Aptos" panose="020B0004020202020204" pitchFamily="34" charset="0"/>
                <a:cs typeface="Arial" panose="020B0604020202020204" pitchFamily="34" charset="0"/>
              </a:rPr>
              <a:t>s</a:t>
            </a:r>
            <a:r>
              <a:rPr lang="vi-VN" sz="1800" b="1" kern="100" dirty="0">
                <a:effectLst/>
                <a:latin typeface="Arial" panose="020B0604020202020204" pitchFamily="34" charset="0"/>
                <a:ea typeface="Aptos" panose="020B0004020202020204" pitchFamily="34" charset="0"/>
                <a:cs typeface="Arial" panose="020B0604020202020204" pitchFamily="34" charset="0"/>
              </a:rPr>
              <a:t> để chạy mô hình:</a:t>
            </a:r>
            <a:r>
              <a:rPr lang="en-US" sz="1800" b="1" kern="100" dirty="0">
                <a:effectLst/>
                <a:latin typeface="Arial" panose="020B0604020202020204" pitchFamily="34" charset="0"/>
                <a:ea typeface="Aptos" panose="020B0004020202020204" pitchFamily="34" charset="0"/>
                <a:cs typeface="Arial" panose="020B0604020202020204" pitchFamily="34" charset="0"/>
              </a:rPr>
              <a:t> </a:t>
            </a:r>
            <a:r>
              <a:rPr lang="en-US" sz="1800" dirty="0">
                <a:effectLst/>
                <a:latin typeface="Cascadia Code Light" panose="020B0609020000020004" pitchFamily="49" charset="0"/>
                <a:ea typeface="Aptos" panose="020B0004020202020204" pitchFamily="34" charset="0"/>
              </a:rPr>
              <a:t>amt, </a:t>
            </a:r>
            <a:r>
              <a:rPr lang="en-US" sz="1800" dirty="0" err="1">
                <a:effectLst/>
                <a:latin typeface="Cascadia Code Light" panose="020B0609020000020004" pitchFamily="49" charset="0"/>
                <a:ea typeface="Aptos" panose="020B0004020202020204" pitchFamily="34" charset="0"/>
              </a:rPr>
              <a:t>distance_km</a:t>
            </a:r>
            <a:r>
              <a:rPr lang="en-US" sz="1800" dirty="0">
                <a:effectLst/>
                <a:latin typeface="Cascadia Code Light" panose="020B0609020000020004" pitchFamily="49" charset="0"/>
                <a:ea typeface="Aptos" panose="020B0004020202020204" pitchFamily="34" charset="0"/>
              </a:rPr>
              <a:t>, </a:t>
            </a:r>
            <a:r>
              <a:rPr lang="en-US" sz="1800" dirty="0" err="1">
                <a:effectLst/>
                <a:latin typeface="Cascadia Code Light" panose="020B0609020000020004" pitchFamily="49" charset="0"/>
                <a:ea typeface="Aptos" panose="020B0004020202020204" pitchFamily="34" charset="0"/>
              </a:rPr>
              <a:t>speed_kmh</a:t>
            </a:r>
            <a:r>
              <a:rPr lang="en-US" sz="1800" dirty="0">
                <a:effectLst/>
                <a:latin typeface="Cascadia Code Light" panose="020B0609020000020004" pitchFamily="49" charset="0"/>
                <a:ea typeface="Aptos" panose="020B0004020202020204" pitchFamily="34" charset="0"/>
              </a:rPr>
              <a:t>, </a:t>
            </a:r>
            <a:r>
              <a:rPr lang="en-US" sz="1800" dirty="0" err="1">
                <a:effectLst/>
                <a:latin typeface="Cascadia Code Light" panose="020B0609020000020004" pitchFamily="49" charset="0"/>
                <a:ea typeface="Aptos" panose="020B0004020202020204" pitchFamily="34" charset="0"/>
              </a:rPr>
              <a:t>is_international</a:t>
            </a:r>
            <a:r>
              <a:rPr lang="en-US" sz="1800" dirty="0">
                <a:effectLst/>
                <a:latin typeface="Cascadia Code Light" panose="020B0609020000020004" pitchFamily="49" charset="0"/>
                <a:ea typeface="Aptos" panose="020B0004020202020204" pitchFamily="34" charset="0"/>
              </a:rPr>
              <a:t>, txn_count_24h, txn_count_1h, </a:t>
            </a:r>
            <a:r>
              <a:rPr lang="en-US" sz="1800" dirty="0" err="1">
                <a:effectLst/>
                <a:latin typeface="Cascadia Code Light" panose="020B0609020000020004" pitchFamily="49" charset="0"/>
                <a:ea typeface="Aptos" panose="020B0004020202020204" pitchFamily="34" charset="0"/>
              </a:rPr>
              <a:t>time_since_last_sec</a:t>
            </a:r>
            <a:r>
              <a:rPr lang="en-US" sz="1800" dirty="0">
                <a:effectLst/>
                <a:latin typeface="Cascadia Code Light" panose="020B0609020000020004" pitchFamily="49" charset="0"/>
                <a:ea typeface="Aptos" panose="020B0004020202020204" pitchFamily="34" charset="0"/>
              </a:rPr>
              <a:t>, </a:t>
            </a:r>
            <a:r>
              <a:rPr lang="en-US" sz="1800" dirty="0" err="1">
                <a:effectLst/>
                <a:latin typeface="Cascadia Code Light" panose="020B0609020000020004" pitchFamily="49" charset="0"/>
                <a:ea typeface="Aptos" panose="020B0004020202020204" pitchFamily="34" charset="0"/>
              </a:rPr>
              <a:t>txn_streak</a:t>
            </a:r>
            <a:r>
              <a:rPr lang="en-US" sz="1800" dirty="0">
                <a:effectLst/>
                <a:latin typeface="Cascadia Code Light" panose="020B0609020000020004" pitchFamily="49" charset="0"/>
                <a:ea typeface="Aptos" panose="020B0004020202020204" pitchFamily="34" charset="0"/>
              </a:rPr>
              <a:t>, </a:t>
            </a:r>
            <a:r>
              <a:rPr lang="en-US" sz="1800" dirty="0" err="1">
                <a:effectLst/>
                <a:latin typeface="Cascadia Code Light" panose="020B0609020000020004" pitchFamily="49" charset="0"/>
                <a:ea typeface="Aptos" panose="020B0004020202020204" pitchFamily="34" charset="0"/>
              </a:rPr>
              <a:t>is_night</a:t>
            </a:r>
            <a:r>
              <a:rPr lang="en-US" sz="1800" dirty="0">
                <a:effectLst/>
                <a:latin typeface="Cascadia Code Light" panose="020B0609020000020004" pitchFamily="49" charset="0"/>
                <a:ea typeface="Aptos" panose="020B0004020202020204" pitchFamily="34" charset="0"/>
              </a:rPr>
              <a:t>, age, hour, merchant, category, gender, city, state, job, </a:t>
            </a:r>
            <a:r>
              <a:rPr lang="vi-VN" sz="1800" b="1" kern="100" dirty="0">
                <a:effectLst/>
                <a:latin typeface="Arial" panose="020B0604020202020204" pitchFamily="34" charset="0"/>
                <a:ea typeface="Aptos" panose="020B0004020202020204" pitchFamily="34" charset="0"/>
                <a:cs typeface="Arial" panose="020B0604020202020204" pitchFamily="34" charset="0"/>
              </a:rPr>
              <a:t> </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amt_txn1h_interaction, amt_txn24h_interaction, large_amt_low_freq_1h,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unusual_speed</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fast_txn_streak_flag</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night_risk</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late_night_high_amt</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streak_amt_ratio</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long_streak</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amt_outlier</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freq_outlier_1h,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log_amt</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log_distance</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log_speed</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intl_high_freq</a:t>
            </a:r>
            <a:r>
              <a:rPr lang="en-US" sz="1800" kern="100" dirty="0">
                <a:effectLst/>
                <a:latin typeface="Cascadia Code Light" panose="020B0609020000020004" pitchFamily="49" charset="0"/>
                <a:ea typeface="Aptos" panose="020B0004020202020204" pitchFamily="34" charset="0"/>
                <a:cs typeface="Times New Roman" panose="02020603050405020304" pitchFamily="18" charset="0"/>
              </a:rPr>
              <a:t>, </a:t>
            </a:r>
            <a:r>
              <a:rPr lang="en-US" sz="1800" kern="100" dirty="0" err="1">
                <a:effectLst/>
                <a:latin typeface="Cascadia Code Light" panose="020B0609020000020004" pitchFamily="49" charset="0"/>
                <a:ea typeface="Aptos" panose="020B0004020202020204" pitchFamily="34" charset="0"/>
                <a:cs typeface="Times New Roman" panose="02020603050405020304" pitchFamily="18" charset="0"/>
              </a:rPr>
              <a:t>intl_large_amt</a:t>
            </a:r>
            <a:r>
              <a:rPr lang="vi-VN" sz="1800" kern="100" dirty="0">
                <a:effectLst/>
                <a:latin typeface="Cascadia Code Light" panose="020B0609020000020004" pitchFamily="49" charset="0"/>
                <a:ea typeface="Aptos" panose="020B0004020202020204" pitchFamily="34" charset="0"/>
                <a:cs typeface="Times New Roman" panose="02020603050405020304" pitchFamily="18" charset="0"/>
              </a:rPr>
              <a: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82428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E93E3EA-E728-A146-5246-FDAED061F81E}"/>
              </a:ext>
            </a:extLst>
          </p:cNvPr>
          <p:cNvSpPr/>
          <p:nvPr/>
        </p:nvSpPr>
        <p:spPr>
          <a:xfrm>
            <a:off x="0" y="1233343"/>
            <a:ext cx="12192000" cy="5757392"/>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79015D-1877-4F62-B4AA-159378C3B1F8}"/>
              </a:ext>
            </a:extLst>
          </p:cNvPr>
          <p:cNvSpPr>
            <a:spLocks noGrp="1"/>
          </p:cNvSpPr>
          <p:nvPr>
            <p:ph type="title"/>
          </p:nvPr>
        </p:nvSpPr>
        <p:spPr>
          <a:xfrm>
            <a:off x="90948" y="109487"/>
            <a:ext cx="4825182" cy="952397"/>
          </a:xfrm>
        </p:spPr>
        <p:txBody>
          <a:bodyPr>
            <a:normAutofit/>
          </a:bodyPr>
          <a:lstStyle/>
          <a:p>
            <a:r>
              <a:rPr lang="vi-VN" sz="3200" b="1"/>
              <a:t>Xử lí mất cân bằng dữ liệu</a:t>
            </a:r>
            <a:endParaRPr lang="en-US" sz="3200" b="1" dirty="0"/>
          </a:p>
        </p:txBody>
      </p:sp>
      <p:sp>
        <p:nvSpPr>
          <p:cNvPr id="4" name="TextBox 3">
            <a:extLst>
              <a:ext uri="{FF2B5EF4-FFF2-40B4-BE49-F238E27FC236}">
                <a16:creationId xmlns:a16="http://schemas.microsoft.com/office/drawing/2014/main" id="{D81A05BF-80A2-EC8D-EED4-D3D8851BC2EE}"/>
              </a:ext>
            </a:extLst>
          </p:cNvPr>
          <p:cNvSpPr txBox="1"/>
          <p:nvPr/>
        </p:nvSpPr>
        <p:spPr>
          <a:xfrm>
            <a:off x="90948" y="838170"/>
            <a:ext cx="11609439" cy="395173"/>
          </a:xfrm>
          <a:prstGeom prst="rect">
            <a:avLst/>
          </a:prstGeom>
          <a:noFill/>
        </p:spPr>
        <p:txBody>
          <a:bodyPr wrap="square">
            <a:spAutoFit/>
          </a:bodyPr>
          <a:lstStyle/>
          <a:p>
            <a:pPr>
              <a:lnSpc>
                <a:spcPct val="115000"/>
              </a:lnSpc>
              <a:spcAft>
                <a:spcPts val="800"/>
              </a:spcAft>
              <a:buNone/>
            </a:pPr>
            <a:r>
              <a:rPr lang="vi-VN" sz="1800" kern="100" dirty="0">
                <a:effectLst/>
                <a:latin typeface="Arial" panose="020B0604020202020204" pitchFamily="34" charset="0"/>
                <a:ea typeface="Aptos" panose="020B0004020202020204" pitchFamily="34" charset="0"/>
                <a:cs typeface="Arial" panose="020B0604020202020204" pitchFamily="34" charset="0"/>
              </a:rPr>
              <a:t>Xử lí với 4 phương pháp : class_weight, SMOTE, Undersampling, XGBoost với scale_pos_weight.</a:t>
            </a:r>
            <a:endParaRPr lang="en-US" sz="1800" kern="100" dirty="0">
              <a:effectLst/>
              <a:latin typeface="Arial" panose="020B0604020202020204" pitchFamily="34" charset="0"/>
              <a:ea typeface="Aptos" panose="020B0004020202020204" pitchFamily="34" charset="0"/>
              <a:cs typeface="Arial" panose="020B0604020202020204" pitchFamily="34" charset="0"/>
            </a:endParaRPr>
          </a:p>
        </p:txBody>
      </p:sp>
      <p:pic>
        <p:nvPicPr>
          <p:cNvPr id="6" name="Picture 5" descr="A screen shot of a computer&#10;&#10;AI-generated content may be incorrect.">
            <a:extLst>
              <a:ext uri="{FF2B5EF4-FFF2-40B4-BE49-F238E27FC236}">
                <a16:creationId xmlns:a16="http://schemas.microsoft.com/office/drawing/2014/main" id="{7C3AED1B-5DBD-CACA-6142-7EBC9D268869}"/>
              </a:ext>
            </a:extLst>
          </p:cNvPr>
          <p:cNvPicPr>
            <a:picLocks noChangeAspect="1"/>
          </p:cNvPicPr>
          <p:nvPr/>
        </p:nvPicPr>
        <p:blipFill>
          <a:blip r:embed="rId2"/>
          <a:stretch>
            <a:fillRect/>
          </a:stretch>
        </p:blipFill>
        <p:spPr>
          <a:xfrm>
            <a:off x="90948" y="1494236"/>
            <a:ext cx="5943600" cy="1883410"/>
          </a:xfrm>
          <a:prstGeom prst="rect">
            <a:avLst/>
          </a:prstGeom>
        </p:spPr>
      </p:pic>
      <p:sp>
        <p:nvSpPr>
          <p:cNvPr id="8" name="TextBox 7">
            <a:extLst>
              <a:ext uri="{FF2B5EF4-FFF2-40B4-BE49-F238E27FC236}">
                <a16:creationId xmlns:a16="http://schemas.microsoft.com/office/drawing/2014/main" id="{4F2D7FDA-EAAF-C883-B9DB-28CF8EDE1864}"/>
              </a:ext>
            </a:extLst>
          </p:cNvPr>
          <p:cNvSpPr txBox="1"/>
          <p:nvPr/>
        </p:nvSpPr>
        <p:spPr>
          <a:xfrm>
            <a:off x="60222" y="3504259"/>
            <a:ext cx="6005052" cy="1669368"/>
          </a:xfrm>
          <a:prstGeom prst="rect">
            <a:avLst/>
          </a:prstGeom>
          <a:noFill/>
        </p:spPr>
        <p:txBody>
          <a:bodyPr wrap="square">
            <a:spAutoFit/>
          </a:bodyPr>
          <a:lstStyle/>
          <a:p>
            <a:pPr algn="just">
              <a:lnSpc>
                <a:spcPct val="115000"/>
              </a:lnSpc>
              <a:spcAft>
                <a:spcPts val="800"/>
              </a:spcAft>
              <a:buNone/>
            </a:pPr>
            <a:r>
              <a:rPr lang="vi-VN" sz="1800" kern="100" dirty="0">
                <a:effectLst/>
                <a:latin typeface="Arial" panose="020B0604020202020204" pitchFamily="34" charset="0"/>
                <a:ea typeface="Aptos" panose="020B0004020202020204" pitchFamily="34" charset="0"/>
                <a:cs typeface="Arial" panose="020B0604020202020204" pitchFamily="34" charset="0"/>
              </a:rPr>
              <a:t>Với phương pháp SMOTE được xem là tốt nhất so với tổng thể, cân bằng khá tốt các chỉ số. SMOTE làm tăng số lượng mẫu gian lận (fraud) bằng cách tạo dữ liệu giả hợp lý, giúp mô hình học tốt hơn mà không bị bias vì lớp đa số (non_fraud).</a:t>
            </a:r>
            <a:endParaRPr lang="en-US" sz="1800" kern="100" dirty="0">
              <a:effectLst/>
              <a:latin typeface="Arial" panose="020B0604020202020204" pitchFamily="34" charset="0"/>
              <a:ea typeface="Aptos" panose="020B0004020202020204" pitchFamily="34" charset="0"/>
              <a:cs typeface="Arial" panose="020B0604020202020204" pitchFamily="34" charset="0"/>
            </a:endParaRPr>
          </a:p>
        </p:txBody>
      </p:sp>
      <p:pic>
        <p:nvPicPr>
          <p:cNvPr id="9" name="Picture 8" descr="A screen shot of a computer program&#10;&#10;AI-generated content may be incorrect.">
            <a:extLst>
              <a:ext uri="{FF2B5EF4-FFF2-40B4-BE49-F238E27FC236}">
                <a16:creationId xmlns:a16="http://schemas.microsoft.com/office/drawing/2014/main" id="{14B8E12C-29DE-5A06-227B-76AD75C33121}"/>
              </a:ext>
            </a:extLst>
          </p:cNvPr>
          <p:cNvPicPr>
            <a:picLocks noChangeAspect="1"/>
          </p:cNvPicPr>
          <p:nvPr/>
        </p:nvPicPr>
        <p:blipFill>
          <a:blip r:embed="rId3"/>
          <a:stretch>
            <a:fillRect/>
          </a:stretch>
        </p:blipFill>
        <p:spPr>
          <a:xfrm>
            <a:off x="6288798" y="1494236"/>
            <a:ext cx="5528224" cy="4709919"/>
          </a:xfrm>
          <a:prstGeom prst="rect">
            <a:avLst/>
          </a:prstGeom>
        </p:spPr>
      </p:pic>
    </p:spTree>
    <p:extLst>
      <p:ext uri="{BB962C8B-B14F-4D97-AF65-F5344CB8AC3E}">
        <p14:creationId xmlns:p14="http://schemas.microsoft.com/office/powerpoint/2010/main" val="3995457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25961FF-5589-D129-F5D7-82D46BEBDFA4}"/>
              </a:ext>
            </a:extLst>
          </p:cNvPr>
          <p:cNvSpPr/>
          <p:nvPr/>
        </p:nvSpPr>
        <p:spPr>
          <a:xfrm>
            <a:off x="0" y="1233343"/>
            <a:ext cx="12192000" cy="5757392"/>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936B94-DE7F-CE26-043F-A276C97A9FFD}"/>
              </a:ext>
            </a:extLst>
          </p:cNvPr>
          <p:cNvSpPr>
            <a:spLocks noGrp="1"/>
          </p:cNvSpPr>
          <p:nvPr>
            <p:ph type="title"/>
          </p:nvPr>
        </p:nvSpPr>
        <p:spPr>
          <a:xfrm>
            <a:off x="120445" y="148816"/>
            <a:ext cx="4549877" cy="844243"/>
          </a:xfrm>
        </p:spPr>
        <p:txBody>
          <a:bodyPr>
            <a:normAutofit fontScale="90000"/>
          </a:bodyPr>
          <a:lstStyle/>
          <a:p>
            <a:r>
              <a:rPr lang="vi-VN" b="1"/>
              <a:t>Machine Learning</a:t>
            </a:r>
            <a:endParaRPr lang="en-US" b="1" dirty="0"/>
          </a:p>
        </p:txBody>
      </p:sp>
      <p:sp>
        <p:nvSpPr>
          <p:cNvPr id="3" name="TextBox 2">
            <a:extLst>
              <a:ext uri="{FF2B5EF4-FFF2-40B4-BE49-F238E27FC236}">
                <a16:creationId xmlns:a16="http://schemas.microsoft.com/office/drawing/2014/main" id="{5BFB6C5D-DDDD-DF54-416E-610744685167}"/>
              </a:ext>
            </a:extLst>
          </p:cNvPr>
          <p:cNvSpPr txBox="1"/>
          <p:nvPr/>
        </p:nvSpPr>
        <p:spPr>
          <a:xfrm>
            <a:off x="90948" y="838170"/>
            <a:ext cx="11609439" cy="395173"/>
          </a:xfrm>
          <a:prstGeom prst="rect">
            <a:avLst/>
          </a:prstGeom>
          <a:noFill/>
        </p:spPr>
        <p:txBody>
          <a:bodyPr wrap="square">
            <a:spAutoFit/>
          </a:bodyPr>
          <a:lstStyle/>
          <a:p>
            <a:pPr>
              <a:lnSpc>
                <a:spcPct val="115000"/>
              </a:lnSpc>
              <a:spcAft>
                <a:spcPts val="800"/>
              </a:spcAft>
              <a:buNone/>
            </a:pPr>
            <a:r>
              <a:rPr lang="vi-VN" kern="100" dirty="0">
                <a:latin typeface="Arial" panose="020B0604020202020204" pitchFamily="34" charset="0"/>
                <a:ea typeface="Aptos" panose="020B0004020202020204" pitchFamily="34" charset="0"/>
                <a:cs typeface="Arial" panose="020B0604020202020204" pitchFamily="34" charset="0"/>
              </a:rPr>
              <a:t>Với 4 mô hình sử dụng: Random Forest, Histogram based Gradient Boosting, XGBoost, LightGBM.</a:t>
            </a:r>
            <a:endParaRPr lang="en-US" sz="1800" kern="100" dirty="0">
              <a:effectLst/>
              <a:latin typeface="Arial" panose="020B0604020202020204" pitchFamily="34" charset="0"/>
              <a:ea typeface="Aptos" panose="020B00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AF8BCD01-6D26-77A2-5B27-DE18D5F2C5E8}"/>
              </a:ext>
            </a:extLst>
          </p:cNvPr>
          <p:cNvSpPr txBox="1"/>
          <p:nvPr/>
        </p:nvSpPr>
        <p:spPr>
          <a:xfrm>
            <a:off x="211395" y="3964226"/>
            <a:ext cx="4825181" cy="1200329"/>
          </a:xfrm>
          <a:prstGeom prst="rect">
            <a:avLst/>
          </a:prstGeom>
          <a:noFill/>
        </p:spPr>
        <p:txBody>
          <a:bodyPr wrap="square" rtlCol="0">
            <a:spAutoFit/>
          </a:bodyPr>
          <a:lstStyle/>
          <a:p>
            <a:pPr algn="just"/>
            <a:r>
              <a:rPr lang="vi-VN" dirty="0"/>
              <a:t>Với mô hình XGBoost được xem là mô hình tốt nhất, khả năng phát hiện gian lận rất tốt, tỷ lệ báo động giả ở mức chấp nhận được tuy nhiên vẫn còn bỏ sót khả nhiều trường hợp.</a:t>
            </a:r>
            <a:endParaRPr lang="en-US" dirty="0"/>
          </a:p>
        </p:txBody>
      </p:sp>
      <p:pic>
        <p:nvPicPr>
          <p:cNvPr id="8" name="Picture 7">
            <a:extLst>
              <a:ext uri="{FF2B5EF4-FFF2-40B4-BE49-F238E27FC236}">
                <a16:creationId xmlns:a16="http://schemas.microsoft.com/office/drawing/2014/main" id="{DA8D0EB8-8241-E9E2-5244-3368FE55A43E}"/>
              </a:ext>
            </a:extLst>
          </p:cNvPr>
          <p:cNvPicPr>
            <a:picLocks noChangeAspect="1"/>
          </p:cNvPicPr>
          <p:nvPr/>
        </p:nvPicPr>
        <p:blipFill>
          <a:blip r:embed="rId2"/>
          <a:stretch>
            <a:fillRect/>
          </a:stretch>
        </p:blipFill>
        <p:spPr>
          <a:xfrm>
            <a:off x="8547141" y="1388658"/>
            <a:ext cx="3410781" cy="2488089"/>
          </a:xfrm>
          <a:prstGeom prst="rect">
            <a:avLst/>
          </a:prstGeom>
        </p:spPr>
      </p:pic>
      <p:pic>
        <p:nvPicPr>
          <p:cNvPr id="10" name="Picture 9">
            <a:extLst>
              <a:ext uri="{FF2B5EF4-FFF2-40B4-BE49-F238E27FC236}">
                <a16:creationId xmlns:a16="http://schemas.microsoft.com/office/drawing/2014/main" id="{C4CADB18-9284-88F0-9045-A4222CEB5978}"/>
              </a:ext>
            </a:extLst>
          </p:cNvPr>
          <p:cNvPicPr>
            <a:picLocks noChangeAspect="1"/>
          </p:cNvPicPr>
          <p:nvPr/>
        </p:nvPicPr>
        <p:blipFill>
          <a:blip r:embed="rId3"/>
          <a:stretch>
            <a:fillRect/>
          </a:stretch>
        </p:blipFill>
        <p:spPr>
          <a:xfrm>
            <a:off x="5247971" y="4005749"/>
            <a:ext cx="3114582" cy="2456508"/>
          </a:xfrm>
          <a:prstGeom prst="rect">
            <a:avLst/>
          </a:prstGeom>
        </p:spPr>
      </p:pic>
      <p:pic>
        <p:nvPicPr>
          <p:cNvPr id="12" name="Picture 11">
            <a:extLst>
              <a:ext uri="{FF2B5EF4-FFF2-40B4-BE49-F238E27FC236}">
                <a16:creationId xmlns:a16="http://schemas.microsoft.com/office/drawing/2014/main" id="{8CEBE2A6-5EEB-9A88-C58F-B3344D260BC9}"/>
              </a:ext>
            </a:extLst>
          </p:cNvPr>
          <p:cNvPicPr>
            <a:picLocks noChangeAspect="1"/>
          </p:cNvPicPr>
          <p:nvPr/>
        </p:nvPicPr>
        <p:blipFill>
          <a:blip r:embed="rId4"/>
          <a:stretch>
            <a:fillRect/>
          </a:stretch>
        </p:blipFill>
        <p:spPr>
          <a:xfrm>
            <a:off x="5254805" y="1387576"/>
            <a:ext cx="3114583" cy="2456509"/>
          </a:xfrm>
          <a:prstGeom prst="rect">
            <a:avLst/>
          </a:prstGeom>
        </p:spPr>
      </p:pic>
      <p:sp>
        <p:nvSpPr>
          <p:cNvPr id="14" name="TextBox 13">
            <a:extLst>
              <a:ext uri="{FF2B5EF4-FFF2-40B4-BE49-F238E27FC236}">
                <a16:creationId xmlns:a16="http://schemas.microsoft.com/office/drawing/2014/main" id="{C327E937-338C-CAB1-5285-39123B48F53A}"/>
              </a:ext>
            </a:extLst>
          </p:cNvPr>
          <p:cNvSpPr txBox="1"/>
          <p:nvPr/>
        </p:nvSpPr>
        <p:spPr>
          <a:xfrm>
            <a:off x="8313066" y="3909410"/>
            <a:ext cx="3878934" cy="2649187"/>
          </a:xfrm>
          <a:prstGeom prst="rect">
            <a:avLst/>
          </a:prstGeom>
          <a:noFill/>
        </p:spPr>
        <p:txBody>
          <a:bodyPr wrap="square">
            <a:spAutoFit/>
          </a:bodyPr>
          <a:lstStyle/>
          <a:p>
            <a:pPr algn="just">
              <a:lnSpc>
                <a:spcPct val="115000"/>
              </a:lnSpc>
              <a:spcAft>
                <a:spcPts val="800"/>
              </a:spcAft>
              <a:buNone/>
            </a:pPr>
            <a:r>
              <a:rPr lang="vi-VN" sz="1600" kern="100" dirty="0">
                <a:effectLst/>
                <a:ea typeface="Aptos" panose="020B0004020202020204" pitchFamily="34" charset="0"/>
                <a:cs typeface="Times New Roman" panose="02020603050405020304" pitchFamily="18" charset="0"/>
              </a:rPr>
              <a:t>True Positive (TP): 1,556 → Phát hiện đúng 1,556 gian lận.</a:t>
            </a:r>
            <a:endParaRPr lang="en-US" sz="1600" kern="100" dirty="0">
              <a:effectLst/>
              <a:ea typeface="Aptos" panose="020B0004020202020204" pitchFamily="34" charset="0"/>
              <a:cs typeface="Times New Roman" panose="02020603050405020304" pitchFamily="18" charset="0"/>
            </a:endParaRPr>
          </a:p>
          <a:p>
            <a:pPr algn="just">
              <a:lnSpc>
                <a:spcPct val="115000"/>
              </a:lnSpc>
              <a:spcAft>
                <a:spcPts val="800"/>
              </a:spcAft>
              <a:buNone/>
            </a:pPr>
            <a:r>
              <a:rPr lang="vi-VN" sz="1600" kern="100" dirty="0">
                <a:effectLst/>
                <a:ea typeface="Aptos" panose="020B0004020202020204" pitchFamily="34" charset="0"/>
                <a:cs typeface="Times New Roman" panose="02020603050405020304" pitchFamily="18" charset="0"/>
              </a:rPr>
              <a:t>True Negative (TN): 368,445 → Dự đoán đúng 368,445 giao dịch hợp lệ.</a:t>
            </a:r>
            <a:endParaRPr lang="en-US" sz="1600" kern="100" dirty="0">
              <a:effectLst/>
              <a:ea typeface="Aptos" panose="020B0004020202020204" pitchFamily="34" charset="0"/>
              <a:cs typeface="Times New Roman" panose="02020603050405020304" pitchFamily="18" charset="0"/>
            </a:endParaRPr>
          </a:p>
          <a:p>
            <a:pPr algn="just">
              <a:lnSpc>
                <a:spcPct val="115000"/>
              </a:lnSpc>
              <a:spcAft>
                <a:spcPts val="800"/>
              </a:spcAft>
              <a:buNone/>
            </a:pPr>
            <a:r>
              <a:rPr lang="vi-VN" sz="1600" kern="100" dirty="0">
                <a:effectLst/>
                <a:ea typeface="Aptos" panose="020B0004020202020204" pitchFamily="34" charset="0"/>
                <a:cs typeface="Times New Roman" panose="02020603050405020304" pitchFamily="18" charset="0"/>
              </a:rPr>
              <a:t>False Positive (FP): 104 → Cảnh báo nhầm tăng nhẹ.</a:t>
            </a:r>
            <a:endParaRPr lang="en-US" sz="1600" kern="100" dirty="0">
              <a:effectLst/>
              <a:ea typeface="Aptos" panose="020B0004020202020204" pitchFamily="34" charset="0"/>
              <a:cs typeface="Times New Roman" panose="02020603050405020304" pitchFamily="18" charset="0"/>
            </a:endParaRPr>
          </a:p>
          <a:p>
            <a:pPr algn="just">
              <a:lnSpc>
                <a:spcPct val="115000"/>
              </a:lnSpc>
              <a:spcAft>
                <a:spcPts val="800"/>
              </a:spcAft>
              <a:buNone/>
            </a:pPr>
            <a:r>
              <a:rPr lang="vi-VN" sz="1600" kern="100" dirty="0">
                <a:effectLst/>
                <a:ea typeface="Aptos" panose="020B0004020202020204" pitchFamily="34" charset="0"/>
                <a:cs typeface="Times New Roman" panose="02020603050405020304" pitchFamily="18" charset="0"/>
              </a:rPr>
              <a:t>False Negative (FN): 374 → Bỏ sót giảm mạnh.</a:t>
            </a:r>
            <a:endParaRPr lang="en-US" sz="1600" kern="100" dirty="0">
              <a:effectLst/>
              <a:ea typeface="Aptos" panose="020B0004020202020204" pitchFamily="34" charset="0"/>
              <a:cs typeface="Times New Roman" panose="02020603050405020304" pitchFamily="18" charset="0"/>
            </a:endParaRPr>
          </a:p>
        </p:txBody>
      </p:sp>
      <p:pic>
        <p:nvPicPr>
          <p:cNvPr id="16" name="Picture 15">
            <a:extLst>
              <a:ext uri="{FF2B5EF4-FFF2-40B4-BE49-F238E27FC236}">
                <a16:creationId xmlns:a16="http://schemas.microsoft.com/office/drawing/2014/main" id="{A05A0B91-7E11-21E2-2AF2-4CDEA56A6CB0}"/>
              </a:ext>
            </a:extLst>
          </p:cNvPr>
          <p:cNvPicPr>
            <a:picLocks noChangeAspect="1"/>
          </p:cNvPicPr>
          <p:nvPr/>
        </p:nvPicPr>
        <p:blipFill>
          <a:blip r:embed="rId5"/>
          <a:stretch>
            <a:fillRect/>
          </a:stretch>
        </p:blipFill>
        <p:spPr>
          <a:xfrm>
            <a:off x="125821" y="1354740"/>
            <a:ext cx="4951231" cy="2488089"/>
          </a:xfrm>
          <a:prstGeom prst="rect">
            <a:avLst/>
          </a:prstGeom>
        </p:spPr>
      </p:pic>
    </p:spTree>
    <p:extLst>
      <p:ext uri="{BB962C8B-B14F-4D97-AF65-F5344CB8AC3E}">
        <p14:creationId xmlns:p14="http://schemas.microsoft.com/office/powerpoint/2010/main" val="1298165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FBFB42A-F719-D9C9-2732-30F016B205B7}"/>
              </a:ext>
            </a:extLst>
          </p:cNvPr>
          <p:cNvSpPr/>
          <p:nvPr/>
        </p:nvSpPr>
        <p:spPr>
          <a:xfrm>
            <a:off x="0" y="885014"/>
            <a:ext cx="8573729" cy="5972986"/>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89816-4EF4-FF78-17C3-64431025CDF0}"/>
              </a:ext>
            </a:extLst>
          </p:cNvPr>
          <p:cNvSpPr>
            <a:spLocks noGrp="1"/>
          </p:cNvSpPr>
          <p:nvPr>
            <p:ph type="title"/>
          </p:nvPr>
        </p:nvSpPr>
        <p:spPr>
          <a:xfrm>
            <a:off x="110615" y="148815"/>
            <a:ext cx="6182032" cy="686927"/>
          </a:xfrm>
        </p:spPr>
        <p:txBody>
          <a:bodyPr>
            <a:normAutofit/>
          </a:bodyPr>
          <a:lstStyle/>
          <a:p>
            <a:r>
              <a:rPr lang="vi-VN" sz="3200" b="1" dirty="0"/>
              <a:t>Feature Importance với XGBoost</a:t>
            </a:r>
            <a:endParaRPr lang="en-US" sz="3200" b="1" dirty="0"/>
          </a:p>
        </p:txBody>
      </p:sp>
      <p:pic>
        <p:nvPicPr>
          <p:cNvPr id="4" name="Picture 3">
            <a:extLst>
              <a:ext uri="{FF2B5EF4-FFF2-40B4-BE49-F238E27FC236}">
                <a16:creationId xmlns:a16="http://schemas.microsoft.com/office/drawing/2014/main" id="{CEA2D7BA-9954-814C-F695-34E33720DE0B}"/>
              </a:ext>
            </a:extLst>
          </p:cNvPr>
          <p:cNvPicPr>
            <a:picLocks noChangeAspect="1"/>
          </p:cNvPicPr>
          <p:nvPr/>
        </p:nvPicPr>
        <p:blipFill>
          <a:blip r:embed="rId2"/>
          <a:stretch>
            <a:fillRect/>
          </a:stretch>
        </p:blipFill>
        <p:spPr>
          <a:xfrm>
            <a:off x="110615" y="1002063"/>
            <a:ext cx="8293817" cy="5855937"/>
          </a:xfrm>
          <a:prstGeom prst="rect">
            <a:avLst/>
          </a:prstGeom>
        </p:spPr>
      </p:pic>
      <p:sp>
        <p:nvSpPr>
          <p:cNvPr id="8" name="TextBox 7">
            <a:extLst>
              <a:ext uri="{FF2B5EF4-FFF2-40B4-BE49-F238E27FC236}">
                <a16:creationId xmlns:a16="http://schemas.microsoft.com/office/drawing/2014/main" id="{04353173-EE1C-5C74-5D2B-612C2F68E11B}"/>
              </a:ext>
            </a:extLst>
          </p:cNvPr>
          <p:cNvSpPr txBox="1"/>
          <p:nvPr/>
        </p:nvSpPr>
        <p:spPr>
          <a:xfrm>
            <a:off x="8573729" y="1226683"/>
            <a:ext cx="3358024" cy="4247317"/>
          </a:xfrm>
          <a:prstGeom prst="rect">
            <a:avLst/>
          </a:prstGeom>
          <a:noFill/>
        </p:spPr>
        <p:txBody>
          <a:bodyPr wrap="square">
            <a:spAutoFit/>
          </a:bodyPr>
          <a:lstStyle/>
          <a:p>
            <a:pPr marL="285750" indent="-285750" algn="just">
              <a:buFont typeface="Arial" panose="020B0604020202020204" pitchFamily="34" charset="0"/>
              <a:buChar char="•"/>
            </a:pPr>
            <a:r>
              <a:rPr lang="vi-VN" dirty="0"/>
              <a:t>3/5 đặc trưng top liên quan đến THỜI GIAN &amp; HÀNH VI GIAO DỊCH → hành vi bất thường theo thời gian là chìa khóa.</a:t>
            </a:r>
          </a:p>
          <a:p>
            <a:pPr marL="285750" indent="-285750" algn="just">
              <a:buFont typeface="Arial" panose="020B0604020202020204" pitchFamily="34" charset="0"/>
              <a:buChar char="•"/>
            </a:pPr>
            <a:r>
              <a:rPr lang="vi-VN" dirty="0"/>
              <a:t>Giờ giao dịch → Gian lận thường xảy ra vào giờ khuya (23h–3h).</a:t>
            </a:r>
          </a:p>
          <a:p>
            <a:pPr marL="285750" indent="-285750" algn="just">
              <a:buFont typeface="Arial" panose="020B0604020202020204" pitchFamily="34" charset="0"/>
              <a:buChar char="•"/>
            </a:pPr>
            <a:r>
              <a:rPr lang="vi-VN" dirty="0"/>
              <a:t>Số tiền giao dịch → Giao dịch lớn bất thường là dấu hiệu rõ ràng.</a:t>
            </a:r>
          </a:p>
          <a:p>
            <a:pPr marL="285750" indent="-285750" algn="just">
              <a:buFont typeface="Arial" panose="020B0604020202020204" pitchFamily="34" charset="0"/>
              <a:buChar char="•"/>
            </a:pPr>
            <a:r>
              <a:rPr lang="vi-VN" dirty="0"/>
              <a:t>Loại giao dịch (mua sắm, ăn uống, xăng dầu...) → Một số loại dễ bị tấn công hơn (online, du lịch).</a:t>
            </a:r>
          </a:p>
        </p:txBody>
      </p:sp>
    </p:spTree>
    <p:extLst>
      <p:ext uri="{BB962C8B-B14F-4D97-AF65-F5344CB8AC3E}">
        <p14:creationId xmlns:p14="http://schemas.microsoft.com/office/powerpoint/2010/main" val="1750951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D42D3-29A2-AFDB-EF63-7D0C892FBD58}"/>
              </a:ext>
            </a:extLst>
          </p:cNvPr>
          <p:cNvSpPr>
            <a:spLocks noGrp="1"/>
          </p:cNvSpPr>
          <p:nvPr>
            <p:ph type="title"/>
          </p:nvPr>
        </p:nvSpPr>
        <p:spPr>
          <a:xfrm>
            <a:off x="81115" y="89822"/>
            <a:ext cx="9190704" cy="863906"/>
          </a:xfrm>
        </p:spPr>
        <p:txBody>
          <a:bodyPr>
            <a:normAutofit/>
          </a:bodyPr>
          <a:lstStyle/>
          <a:p>
            <a:r>
              <a:rPr lang="vi-VN" sz="3600" b="1" dirty="0"/>
              <a:t>Tối ưu mô hình </a:t>
            </a:r>
            <a:r>
              <a:rPr lang="vi-VN" sz="3600" b="1"/>
              <a:t>và đề xuất vận hành mô hình</a:t>
            </a:r>
            <a:endParaRPr lang="en-US" sz="3600" b="1" dirty="0"/>
          </a:p>
        </p:txBody>
      </p:sp>
      <p:sp>
        <p:nvSpPr>
          <p:cNvPr id="8" name="TextBox 7">
            <a:extLst>
              <a:ext uri="{FF2B5EF4-FFF2-40B4-BE49-F238E27FC236}">
                <a16:creationId xmlns:a16="http://schemas.microsoft.com/office/drawing/2014/main" id="{A15309AD-D367-3403-AE98-9FDDA1AE6CBD}"/>
              </a:ext>
            </a:extLst>
          </p:cNvPr>
          <p:cNvSpPr txBox="1"/>
          <p:nvPr/>
        </p:nvSpPr>
        <p:spPr>
          <a:xfrm>
            <a:off x="242118" y="855406"/>
            <a:ext cx="5356125" cy="3464795"/>
          </a:xfrm>
          <a:prstGeom prst="rect">
            <a:avLst/>
          </a:prstGeom>
          <a:noFill/>
        </p:spPr>
        <p:txBody>
          <a:bodyPr wrap="square">
            <a:spAutoFit/>
          </a:bodyPr>
          <a:lstStyle/>
          <a:p>
            <a:pPr>
              <a:lnSpc>
                <a:spcPct val="115000"/>
              </a:lnSpc>
              <a:spcAft>
                <a:spcPts val="800"/>
              </a:spcAft>
              <a:buNone/>
            </a:pPr>
            <a:r>
              <a:rPr lang="vi-VN" sz="1800" b="1" kern="100" dirty="0">
                <a:effectLst/>
                <a:ea typeface="Aptos" panose="020B0004020202020204" pitchFamily="34" charset="0"/>
                <a:cs typeface="Times New Roman" panose="02020603050405020304" pitchFamily="18" charset="0"/>
              </a:rPr>
              <a:t>1. Tối ưu mô hình với HyperParameter (OPTUNA)</a:t>
            </a:r>
          </a:p>
          <a:p>
            <a:pPr>
              <a:lnSpc>
                <a:spcPct val="115000"/>
              </a:lnSpc>
              <a:spcAft>
                <a:spcPts val="800"/>
              </a:spcAft>
              <a:buNone/>
            </a:pPr>
            <a:r>
              <a:rPr lang="vi-VN" sz="1800" kern="100" dirty="0">
                <a:effectLst/>
                <a:ea typeface="Aptos" panose="020B0004020202020204" pitchFamily="34" charset="0"/>
                <a:cs typeface="Times New Roman" panose="02020603050405020304" pitchFamily="18" charset="0"/>
              </a:rPr>
              <a:t>Mục tiêu: Tìm tham số tốt nhất cho mô hình XGBoost sao cho chỉ số AUC-PR trên tập test đạt cao nhất.</a:t>
            </a:r>
            <a:endParaRPr lang="en-US" sz="1800" kern="100" dirty="0">
              <a:effectLst/>
              <a:ea typeface="Aptos" panose="020B0004020202020204" pitchFamily="34" charset="0"/>
              <a:cs typeface="Times New Roman" panose="02020603050405020304" pitchFamily="18" charset="0"/>
            </a:endParaRPr>
          </a:p>
          <a:p>
            <a:pPr>
              <a:lnSpc>
                <a:spcPct val="115000"/>
              </a:lnSpc>
              <a:spcAft>
                <a:spcPts val="800"/>
              </a:spcAft>
              <a:buNone/>
            </a:pPr>
            <a:r>
              <a:rPr lang="vi-VN" sz="1800" kern="100" dirty="0">
                <a:effectLst/>
                <a:ea typeface="Aptos" panose="020B0004020202020204" pitchFamily="34" charset="0"/>
                <a:cs typeface="Times New Roman" panose="02020603050405020304" pitchFamily="18" charset="0"/>
              </a:rPr>
              <a:t>Sử dụng thuật toán </a:t>
            </a:r>
            <a:r>
              <a:rPr lang="vi-VN" sz="1800" b="1" kern="100" dirty="0">
                <a:effectLst/>
                <a:ea typeface="Aptos" panose="020B0004020202020204" pitchFamily="34" charset="0"/>
                <a:cs typeface="Times New Roman" panose="02020603050405020304" pitchFamily="18" charset="0"/>
              </a:rPr>
              <a:t>OPTUNA</a:t>
            </a:r>
            <a:r>
              <a:rPr lang="vi-VN" sz="1800" kern="100" dirty="0">
                <a:effectLst/>
                <a:ea typeface="Aptos" panose="020B0004020202020204" pitchFamily="34" charset="0"/>
                <a:cs typeface="Times New Roman" panose="02020603050405020304" pitchFamily="18" charset="0"/>
              </a:rPr>
              <a:t> với các thành phần chính bao gồm </a:t>
            </a:r>
            <a:r>
              <a:rPr lang="vi-VN" sz="1800" b="1" kern="100" dirty="0">
                <a:effectLst/>
                <a:ea typeface="Aptos" panose="020B0004020202020204" pitchFamily="34" charset="0"/>
                <a:cs typeface="Times New Roman" panose="02020603050405020304" pitchFamily="18" charset="0"/>
              </a:rPr>
              <a:t>Study</a:t>
            </a:r>
            <a:r>
              <a:rPr lang="vi-VN" sz="1800" kern="100" dirty="0">
                <a:effectLst/>
                <a:ea typeface="Aptos" panose="020B0004020202020204" pitchFamily="34" charset="0"/>
                <a:cs typeface="Times New Roman" panose="02020603050405020304" pitchFamily="18" charset="0"/>
              </a:rPr>
              <a:t> (Tìm bộ tham số tối ưu), </a:t>
            </a:r>
            <a:r>
              <a:rPr lang="vi-VN" sz="1800" b="1" kern="100" dirty="0">
                <a:effectLst/>
                <a:ea typeface="Aptos" panose="020B0004020202020204" pitchFamily="34" charset="0"/>
                <a:cs typeface="Times New Roman" panose="02020603050405020304" pitchFamily="18" charset="0"/>
              </a:rPr>
              <a:t>Trial</a:t>
            </a:r>
            <a:r>
              <a:rPr lang="vi-VN" sz="1800" kern="100" dirty="0">
                <a:effectLst/>
                <a:ea typeface="Aptos" panose="020B0004020202020204" pitchFamily="34" charset="0"/>
                <a:cs typeface="Times New Roman" panose="02020603050405020304" pitchFamily="18" charset="0"/>
              </a:rPr>
              <a:t> (Chạy thử mô hình với 1 bộ tham số), </a:t>
            </a:r>
            <a:r>
              <a:rPr lang="vi-VN" sz="1800" b="1" kern="100" dirty="0">
                <a:effectLst/>
                <a:ea typeface="Aptos" panose="020B0004020202020204" pitchFamily="34" charset="0"/>
                <a:cs typeface="Times New Roman" panose="02020603050405020304" pitchFamily="18" charset="0"/>
              </a:rPr>
              <a:t>Objective</a:t>
            </a:r>
            <a:r>
              <a:rPr lang="vi-VN" sz="1800" kern="100" dirty="0">
                <a:effectLst/>
                <a:ea typeface="Aptos" panose="020B0004020202020204" pitchFamily="34" charset="0"/>
                <a:cs typeface="Times New Roman" panose="02020603050405020304" pitchFamily="18" charset="0"/>
              </a:rPr>
              <a:t> (Hàm trả về giá trị tối ưu) và </a:t>
            </a:r>
            <a:r>
              <a:rPr lang="vi-VN" sz="1800" b="1" kern="100" dirty="0">
                <a:effectLst/>
                <a:ea typeface="Aptos" panose="020B0004020202020204" pitchFamily="34" charset="0"/>
                <a:cs typeface="Times New Roman" panose="02020603050405020304" pitchFamily="18" charset="0"/>
              </a:rPr>
              <a:t>Sample </a:t>
            </a:r>
            <a:r>
              <a:rPr lang="vi-VN" sz="1800" kern="100" dirty="0">
                <a:effectLst/>
                <a:ea typeface="Aptos" panose="020B0004020202020204" pitchFamily="34" charset="0"/>
                <a:cs typeface="Times New Roman" panose="02020603050405020304" pitchFamily="18" charset="0"/>
              </a:rPr>
              <a:t>(Chiến lược đề xuất tham số mới).</a:t>
            </a:r>
            <a:endParaRPr lang="en-US" sz="1800" kern="100" dirty="0">
              <a:effectLst/>
              <a:ea typeface="Aptos" panose="020B0004020202020204" pitchFamily="34" charset="0"/>
              <a:cs typeface="Times New Roman" panose="02020603050405020304" pitchFamily="18" charset="0"/>
            </a:endParaRPr>
          </a:p>
        </p:txBody>
      </p:sp>
      <p:pic>
        <p:nvPicPr>
          <p:cNvPr id="11" name="Picture 10" descr="A computer screen shot of a program code&#10;&#10;AI-generated content may be incorrect.">
            <a:extLst>
              <a:ext uri="{FF2B5EF4-FFF2-40B4-BE49-F238E27FC236}">
                <a16:creationId xmlns:a16="http://schemas.microsoft.com/office/drawing/2014/main" id="{D57BFCCB-3B9D-4A06-18E5-8F0B1F176BA1}"/>
              </a:ext>
            </a:extLst>
          </p:cNvPr>
          <p:cNvPicPr>
            <a:picLocks noChangeAspect="1"/>
          </p:cNvPicPr>
          <p:nvPr/>
        </p:nvPicPr>
        <p:blipFill>
          <a:blip r:embed="rId2"/>
          <a:stretch>
            <a:fillRect/>
          </a:stretch>
        </p:blipFill>
        <p:spPr>
          <a:xfrm>
            <a:off x="5683044" y="751078"/>
            <a:ext cx="5188486" cy="1951930"/>
          </a:xfrm>
          <a:prstGeom prst="rect">
            <a:avLst/>
          </a:prstGeom>
        </p:spPr>
      </p:pic>
      <p:pic>
        <p:nvPicPr>
          <p:cNvPr id="12" name="Picture 11" descr="A computer screen with text&#10;&#10;AI-generated content may be incorrect.">
            <a:extLst>
              <a:ext uri="{FF2B5EF4-FFF2-40B4-BE49-F238E27FC236}">
                <a16:creationId xmlns:a16="http://schemas.microsoft.com/office/drawing/2014/main" id="{C839B10A-B79C-5310-F9FB-2C20C1A04560}"/>
              </a:ext>
            </a:extLst>
          </p:cNvPr>
          <p:cNvPicPr>
            <a:picLocks noChangeAspect="1"/>
          </p:cNvPicPr>
          <p:nvPr/>
        </p:nvPicPr>
        <p:blipFill>
          <a:blip r:embed="rId3"/>
          <a:stretch>
            <a:fillRect/>
          </a:stretch>
        </p:blipFill>
        <p:spPr>
          <a:xfrm>
            <a:off x="5683044" y="2703008"/>
            <a:ext cx="5188486" cy="2094241"/>
          </a:xfrm>
          <a:prstGeom prst="rect">
            <a:avLst/>
          </a:prstGeom>
        </p:spPr>
      </p:pic>
      <p:pic>
        <p:nvPicPr>
          <p:cNvPr id="13" name="Picture 12" descr="A computer screen shot of text&#10;&#10;AI-generated content may be incorrect.">
            <a:extLst>
              <a:ext uri="{FF2B5EF4-FFF2-40B4-BE49-F238E27FC236}">
                <a16:creationId xmlns:a16="http://schemas.microsoft.com/office/drawing/2014/main" id="{7E7F255B-B232-A908-07A5-83E30CB6E13E}"/>
              </a:ext>
            </a:extLst>
          </p:cNvPr>
          <p:cNvPicPr>
            <a:picLocks noChangeAspect="1"/>
          </p:cNvPicPr>
          <p:nvPr/>
        </p:nvPicPr>
        <p:blipFill>
          <a:blip r:embed="rId4"/>
          <a:stretch>
            <a:fillRect/>
          </a:stretch>
        </p:blipFill>
        <p:spPr>
          <a:xfrm>
            <a:off x="5683044" y="4797249"/>
            <a:ext cx="5188486" cy="1830705"/>
          </a:xfrm>
          <a:prstGeom prst="rect">
            <a:avLst/>
          </a:prstGeom>
        </p:spPr>
      </p:pic>
    </p:spTree>
    <p:extLst>
      <p:ext uri="{BB962C8B-B14F-4D97-AF65-F5344CB8AC3E}">
        <p14:creationId xmlns:p14="http://schemas.microsoft.com/office/powerpoint/2010/main" val="3563299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8569123-F1A9-CB6B-EA34-E5D96180CA9F}"/>
              </a:ext>
            </a:extLst>
          </p:cNvPr>
          <p:cNvSpPr/>
          <p:nvPr/>
        </p:nvSpPr>
        <p:spPr>
          <a:xfrm>
            <a:off x="0" y="393290"/>
            <a:ext cx="7590504" cy="7020853"/>
          </a:xfrm>
          <a:prstGeom prst="rect">
            <a:avLst/>
          </a:prstGeom>
          <a:solidFill>
            <a:schemeClr val="accent6">
              <a:lumMod val="40000"/>
              <a:lumOff val="60000"/>
            </a:schemeClr>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32B468C-560A-F7C3-88A8-BB81652AB8BB}"/>
              </a:ext>
            </a:extLst>
          </p:cNvPr>
          <p:cNvSpPr/>
          <p:nvPr/>
        </p:nvSpPr>
        <p:spPr>
          <a:xfrm>
            <a:off x="0" y="5423417"/>
            <a:ext cx="7590504" cy="1598124"/>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80A2FF4-1C3D-0347-035D-757CBAC61D70}"/>
              </a:ext>
            </a:extLst>
          </p:cNvPr>
          <p:cNvSpPr txBox="1"/>
          <p:nvPr/>
        </p:nvSpPr>
        <p:spPr>
          <a:xfrm>
            <a:off x="29498" y="31278"/>
            <a:ext cx="7757651" cy="1972335"/>
          </a:xfrm>
          <a:prstGeom prst="rect">
            <a:avLst/>
          </a:prstGeom>
          <a:noFill/>
        </p:spPr>
        <p:txBody>
          <a:bodyPr wrap="square">
            <a:spAutoFit/>
          </a:bodyPr>
          <a:lstStyle/>
          <a:p>
            <a:pPr>
              <a:lnSpc>
                <a:spcPct val="115000"/>
              </a:lnSpc>
              <a:spcAft>
                <a:spcPts val="800"/>
              </a:spcAft>
              <a:buNone/>
            </a:pPr>
            <a:r>
              <a:rPr lang="vi-VN" sz="1600" b="1" kern="100" dirty="0">
                <a:effectLst/>
                <a:ea typeface="Aptos" panose="020B0004020202020204" pitchFamily="34" charset="0"/>
                <a:cs typeface="Times New Roman" panose="02020603050405020304" pitchFamily="18" charset="0"/>
              </a:rPr>
              <a:t>2. Đề xuất vận hành mô hình</a:t>
            </a:r>
          </a:p>
          <a:p>
            <a:pPr>
              <a:lnSpc>
                <a:spcPct val="115000"/>
              </a:lnSpc>
              <a:spcAft>
                <a:spcPts val="800"/>
              </a:spcAft>
              <a:buNone/>
            </a:pPr>
            <a:r>
              <a:rPr lang="vi-VN" sz="1600" kern="100" dirty="0">
                <a:effectLst/>
                <a:ea typeface="Aptos" panose="020B0004020202020204" pitchFamily="34" charset="0"/>
                <a:cs typeface="Times New Roman" panose="02020603050405020304" pitchFamily="18" charset="0"/>
              </a:rPr>
              <a:t>Mục tiêu khi vận hành: </a:t>
            </a:r>
            <a:endParaRPr lang="en-US" sz="1600" kern="100" dirty="0">
              <a:effectLst/>
              <a:ea typeface="Aptos" panose="020B0004020202020204" pitchFamily="34" charset="0"/>
              <a:cs typeface="Times New Roman" panose="02020603050405020304" pitchFamily="18" charset="0"/>
            </a:endParaRPr>
          </a:p>
          <a:p>
            <a:pPr marL="342900" lvl="0" indent="-342900">
              <a:lnSpc>
                <a:spcPct val="115000"/>
              </a:lnSpc>
              <a:buFont typeface="Aptos" panose="020B0004020202020204" pitchFamily="34" charset="0"/>
              <a:buChar char="-"/>
            </a:pPr>
            <a:r>
              <a:rPr lang="vi-VN" sz="1600" kern="100" dirty="0">
                <a:effectLst/>
                <a:ea typeface="Aptos" panose="020B0004020202020204" pitchFamily="34" charset="0"/>
                <a:cs typeface="Times New Roman" panose="02020603050405020304" pitchFamily="18" charset="0"/>
              </a:rPr>
              <a:t>Dự báo nhanh với 50ms/giao dịch.</a:t>
            </a:r>
            <a:endParaRPr lang="en-US" sz="1600" kern="100" dirty="0">
              <a:effectLst/>
              <a:ea typeface="Aptos" panose="020B0004020202020204" pitchFamily="34" charset="0"/>
              <a:cs typeface="Times New Roman" panose="02020603050405020304" pitchFamily="18" charset="0"/>
            </a:endParaRPr>
          </a:p>
          <a:p>
            <a:pPr marL="342900" lvl="0" indent="-342900">
              <a:lnSpc>
                <a:spcPct val="115000"/>
              </a:lnSpc>
              <a:buFont typeface="Aptos" panose="020B0004020202020204" pitchFamily="34" charset="0"/>
              <a:buChar char="-"/>
            </a:pPr>
            <a:r>
              <a:rPr lang="vi-VN" sz="1600" kern="100" dirty="0">
                <a:effectLst/>
                <a:ea typeface="Aptos" panose="020B0004020202020204" pitchFamily="34" charset="0"/>
                <a:cs typeface="Times New Roman" panose="02020603050405020304" pitchFamily="18" charset="0"/>
              </a:rPr>
              <a:t>Cảnh báo chính xác với Recall &gt;= 90%, Precision &gt;=70%.</a:t>
            </a:r>
            <a:endParaRPr lang="en-US" sz="1600" kern="100" dirty="0">
              <a:effectLst/>
              <a:ea typeface="Aptos" panose="020B0004020202020204" pitchFamily="34" charset="0"/>
              <a:cs typeface="Times New Roman" panose="02020603050405020304" pitchFamily="18" charset="0"/>
            </a:endParaRPr>
          </a:p>
          <a:p>
            <a:pPr marL="342900" lvl="0" indent="-342900">
              <a:lnSpc>
                <a:spcPct val="115000"/>
              </a:lnSpc>
              <a:buFont typeface="Aptos" panose="020B0004020202020204" pitchFamily="34" charset="0"/>
              <a:buChar char="-"/>
            </a:pPr>
            <a:r>
              <a:rPr lang="vi-VN" sz="1600" kern="100" dirty="0">
                <a:effectLst/>
                <a:ea typeface="Aptos" panose="020B0004020202020204" pitchFamily="34" charset="0"/>
                <a:cs typeface="Times New Roman" panose="02020603050405020304" pitchFamily="18" charset="0"/>
              </a:rPr>
              <a:t>Giảm False Positive để không ảnh hưởng đến trải nghiệm khách hàng.</a:t>
            </a:r>
            <a:endParaRPr lang="en-US" sz="1600" kern="100" dirty="0">
              <a:effectLst/>
              <a:ea typeface="Aptos" panose="020B0004020202020204" pitchFamily="34" charset="0"/>
              <a:cs typeface="Times New Roman" panose="02020603050405020304" pitchFamily="18" charset="0"/>
            </a:endParaRPr>
          </a:p>
          <a:p>
            <a:pPr marL="342900" lvl="0" indent="-342900">
              <a:lnSpc>
                <a:spcPct val="115000"/>
              </a:lnSpc>
              <a:spcAft>
                <a:spcPts val="800"/>
              </a:spcAft>
              <a:buFont typeface="Aptos" panose="020B0004020202020204" pitchFamily="34" charset="0"/>
              <a:buChar char="-"/>
            </a:pPr>
            <a:r>
              <a:rPr lang="vi-VN" sz="1600" kern="100" dirty="0">
                <a:effectLst/>
                <a:ea typeface="Aptos" panose="020B0004020202020204" pitchFamily="34" charset="0"/>
                <a:cs typeface="Times New Roman" panose="02020603050405020304" pitchFamily="18" charset="0"/>
              </a:rPr>
              <a:t>Dễ mở rộng và cập nhật với hàng triệu giao dịch mỗi ngày.</a:t>
            </a:r>
          </a:p>
        </p:txBody>
      </p:sp>
      <p:pic>
        <p:nvPicPr>
          <p:cNvPr id="3" name="Picture 2" descr="A diagram of a computer program&#10;&#10;AI-generated content may be incorrect.">
            <a:extLst>
              <a:ext uri="{FF2B5EF4-FFF2-40B4-BE49-F238E27FC236}">
                <a16:creationId xmlns:a16="http://schemas.microsoft.com/office/drawing/2014/main" id="{B06A3073-1C11-FED0-95AF-35BA37E9B7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5079" y="692697"/>
            <a:ext cx="4274185" cy="5922010"/>
          </a:xfrm>
          <a:prstGeom prst="rect">
            <a:avLst/>
          </a:prstGeom>
        </p:spPr>
      </p:pic>
      <p:pic>
        <p:nvPicPr>
          <p:cNvPr id="5" name="Picture 4">
            <a:extLst>
              <a:ext uri="{FF2B5EF4-FFF2-40B4-BE49-F238E27FC236}">
                <a16:creationId xmlns:a16="http://schemas.microsoft.com/office/drawing/2014/main" id="{511C1D18-D238-F434-FB2D-AA93DCD31FAB}"/>
              </a:ext>
            </a:extLst>
          </p:cNvPr>
          <p:cNvPicPr>
            <a:picLocks noChangeAspect="1"/>
          </p:cNvPicPr>
          <p:nvPr/>
        </p:nvPicPr>
        <p:blipFill>
          <a:blip r:embed="rId3"/>
          <a:stretch>
            <a:fillRect/>
          </a:stretch>
        </p:blipFill>
        <p:spPr>
          <a:xfrm>
            <a:off x="132736" y="5708160"/>
            <a:ext cx="7325032" cy="1118562"/>
          </a:xfrm>
          <a:prstGeom prst="rect">
            <a:avLst/>
          </a:prstGeom>
        </p:spPr>
      </p:pic>
      <p:sp>
        <p:nvSpPr>
          <p:cNvPr id="6" name="TextBox 5">
            <a:extLst>
              <a:ext uri="{FF2B5EF4-FFF2-40B4-BE49-F238E27FC236}">
                <a16:creationId xmlns:a16="http://schemas.microsoft.com/office/drawing/2014/main" id="{B7E3A2C3-B2B1-7888-F439-87A075F70D6C}"/>
              </a:ext>
            </a:extLst>
          </p:cNvPr>
          <p:cNvSpPr txBox="1"/>
          <p:nvPr/>
        </p:nvSpPr>
        <p:spPr>
          <a:xfrm>
            <a:off x="0" y="5392611"/>
            <a:ext cx="3706761" cy="338554"/>
          </a:xfrm>
          <a:prstGeom prst="rect">
            <a:avLst/>
          </a:prstGeom>
          <a:noFill/>
        </p:spPr>
        <p:txBody>
          <a:bodyPr wrap="square" rtlCol="0">
            <a:spAutoFit/>
          </a:bodyPr>
          <a:lstStyle/>
          <a:p>
            <a:r>
              <a:rPr lang="vi-VN" sz="1600" dirty="0"/>
              <a:t>Model Retraining Pipeline</a:t>
            </a:r>
            <a:endParaRPr lang="en-US" sz="1600" dirty="0"/>
          </a:p>
        </p:txBody>
      </p:sp>
      <p:sp>
        <p:nvSpPr>
          <p:cNvPr id="7" name="TextBox 6">
            <a:extLst>
              <a:ext uri="{FF2B5EF4-FFF2-40B4-BE49-F238E27FC236}">
                <a16:creationId xmlns:a16="http://schemas.microsoft.com/office/drawing/2014/main" id="{30C1DFFF-691A-6EC8-26BE-616E3CF90BEA}"/>
              </a:ext>
            </a:extLst>
          </p:cNvPr>
          <p:cNvSpPr txBox="1"/>
          <p:nvPr/>
        </p:nvSpPr>
        <p:spPr>
          <a:xfrm>
            <a:off x="7940971" y="186811"/>
            <a:ext cx="4031225"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vi-VN" dirty="0"/>
              <a:t>Tổng quan quá trình</a:t>
            </a:r>
            <a:endParaRPr lang="en-US" dirty="0"/>
          </a:p>
        </p:txBody>
      </p:sp>
      <p:sp>
        <p:nvSpPr>
          <p:cNvPr id="8" name="TextBox 7">
            <a:extLst>
              <a:ext uri="{FF2B5EF4-FFF2-40B4-BE49-F238E27FC236}">
                <a16:creationId xmlns:a16="http://schemas.microsoft.com/office/drawing/2014/main" id="{86CDCAB5-2E77-7B55-7737-89D99A3C8E51}"/>
              </a:ext>
            </a:extLst>
          </p:cNvPr>
          <p:cNvSpPr txBox="1"/>
          <p:nvPr/>
        </p:nvSpPr>
        <p:spPr>
          <a:xfrm>
            <a:off x="0" y="1883987"/>
            <a:ext cx="7325032" cy="3539430"/>
          </a:xfrm>
          <a:prstGeom prst="rect">
            <a:avLst/>
          </a:prstGeom>
          <a:noFill/>
        </p:spPr>
        <p:txBody>
          <a:bodyPr wrap="square" rtlCol="0">
            <a:spAutoFit/>
          </a:bodyPr>
          <a:lstStyle/>
          <a:p>
            <a:r>
              <a:rPr lang="vi-VN" sz="1600" dirty="0"/>
              <a:t>Quá trình thực hiện:</a:t>
            </a:r>
          </a:p>
          <a:p>
            <a:pPr marL="285750" indent="-285750">
              <a:buFont typeface="Wingdings" panose="05000000000000000000" pitchFamily="2" charset="2"/>
              <a:buChar char="§"/>
            </a:pPr>
            <a:r>
              <a:rPr lang="vi-VN" sz="1600" dirty="0"/>
              <a:t>Giao dịch mới: Đầu vào (trans_date_trans_time, cc_num, amt, merchant, lat/long) từ các hệ thống thanh toán.</a:t>
            </a:r>
          </a:p>
          <a:p>
            <a:pPr marL="285750" indent="-285750">
              <a:buFont typeface="Wingdings" panose="05000000000000000000" pitchFamily="2" charset="2"/>
              <a:buChar char="§"/>
            </a:pPr>
            <a:r>
              <a:rPr lang="vi-VN" sz="1600" dirty="0"/>
              <a:t>API nhận và xử lí: Kiểm tra định dạng, mã hóa cc_num (hash để bảo mật), gọi Feature Service.</a:t>
            </a:r>
          </a:p>
          <a:p>
            <a:pPr marL="285750" indent="-285750">
              <a:buFont typeface="Wingdings" panose="05000000000000000000" pitchFamily="2" charset="2"/>
              <a:buChar char="§"/>
            </a:pPr>
            <a:r>
              <a:rPr lang="vi-VN" sz="1600" dirty="0"/>
              <a:t>Feature Engineering (Realtime): tương tự như training.</a:t>
            </a:r>
          </a:p>
          <a:p>
            <a:pPr marL="285750" indent="-285750">
              <a:buFont typeface="Wingdings" panose="05000000000000000000" pitchFamily="2" charset="2"/>
              <a:buChar char="§"/>
            </a:pPr>
            <a:r>
              <a:rPr lang="vi-VN" sz="1600" dirty="0"/>
              <a:t>XGBoost dự báo: Model load sẵn, dự báo &lt; 10ms.</a:t>
            </a:r>
          </a:p>
          <a:p>
            <a:pPr marL="285750" indent="-285750">
              <a:buFont typeface="Wingdings" panose="05000000000000000000" pitchFamily="2" charset="2"/>
              <a:buChar char="§"/>
            </a:pPr>
            <a:r>
              <a:rPr lang="vi-VN" sz="1600" dirty="0"/>
              <a:t>Thực thi hành động: APPROVE, OTP_REQUIRED, BLOCK_AND_NOTIFY, BLOCK_AND_CALL.</a:t>
            </a:r>
          </a:p>
          <a:p>
            <a:pPr marL="285750" indent="-285750">
              <a:buFont typeface="Wingdings" panose="05000000000000000000" pitchFamily="2" charset="2"/>
              <a:buChar char="§"/>
            </a:pPr>
            <a:r>
              <a:rPr lang="vi-VN" sz="1600" dirty="0"/>
              <a:t>Gửi cảnh báo</a:t>
            </a:r>
          </a:p>
          <a:p>
            <a:pPr marL="285750" indent="-285750">
              <a:buFont typeface="Wingdings" panose="05000000000000000000" pitchFamily="2" charset="2"/>
              <a:buChar char="§"/>
            </a:pPr>
            <a:r>
              <a:rPr lang="vi-VN" sz="1600" dirty="0"/>
              <a:t>Lưu log vào Database</a:t>
            </a:r>
          </a:p>
          <a:p>
            <a:pPr marL="285750" indent="-285750">
              <a:buFont typeface="Wingdings" panose="05000000000000000000" pitchFamily="2" charset="2"/>
              <a:buChar char="§"/>
            </a:pPr>
            <a:r>
              <a:rPr lang="vi-VN" sz="1600" dirty="0"/>
              <a:t>Đẩy lên bộ phận CSKH.</a:t>
            </a:r>
          </a:p>
          <a:p>
            <a:pPr marL="285750" indent="-285750">
              <a:buFont typeface="Wingdings" panose="05000000000000000000" pitchFamily="2" charset="2"/>
              <a:buChar char="§"/>
            </a:pPr>
            <a:r>
              <a:rPr lang="vi-VN" sz="1600" dirty="0"/>
              <a:t>Thu thập dữ liệu nhãn is_fraud, Retrain.</a:t>
            </a:r>
          </a:p>
          <a:p>
            <a:pPr marL="285750" indent="-285750">
              <a:buFont typeface="Wingdings" panose="05000000000000000000" pitchFamily="2" charset="2"/>
              <a:buChar char="§"/>
            </a:pPr>
            <a:r>
              <a:rPr lang="vi-VN" sz="1600" dirty="0"/>
              <a:t>Triển khai mô hình mới, giám sát.</a:t>
            </a:r>
          </a:p>
        </p:txBody>
      </p:sp>
    </p:spTree>
    <p:extLst>
      <p:ext uri="{BB962C8B-B14F-4D97-AF65-F5344CB8AC3E}">
        <p14:creationId xmlns:p14="http://schemas.microsoft.com/office/powerpoint/2010/main" val="426644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986</TotalTime>
  <Words>2303</Words>
  <Application>Microsoft Office PowerPoint</Application>
  <PresentationFormat>Widescreen</PresentationFormat>
  <Paragraphs>168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Cascadia Code Light</vt:lpstr>
      <vt:lpstr>Wingdings</vt:lpstr>
      <vt:lpstr>Office Theme</vt:lpstr>
      <vt:lpstr>Phát hiện gian lận thẻ tín dụng bằng Machine Learning</vt:lpstr>
      <vt:lpstr>Giới thiệu vấn đề </vt:lpstr>
      <vt:lpstr>Dữ liệu sử dụng : Credit Card Fraud Detection</vt:lpstr>
      <vt:lpstr>Các hệ thống chỉ báo (KRIs)</vt:lpstr>
      <vt:lpstr>Phân tích mô tả</vt:lpstr>
      <vt:lpstr>PowerPoint Presentation</vt:lpstr>
      <vt:lpstr>PowerPoint Presentation</vt:lpstr>
      <vt:lpstr>PowerPoint Presentation</vt:lpstr>
      <vt:lpstr>PowerPoint Presentation</vt:lpstr>
      <vt:lpstr>Feature Engineering</vt:lpstr>
      <vt:lpstr>Xử lí mất cân bằng dữ liệu</vt:lpstr>
      <vt:lpstr>Machine Learning</vt:lpstr>
      <vt:lpstr>Feature Importance với XGBoost</vt:lpstr>
      <vt:lpstr>Tối ưu mô hình và đề xuất vận hành mô hình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Anh Mai</dc:creator>
  <cp:lastModifiedBy>Anh Mai</cp:lastModifiedBy>
  <cp:revision>2</cp:revision>
  <dcterms:created xsi:type="dcterms:W3CDTF">2025-11-05T10:34:14Z</dcterms:created>
  <dcterms:modified xsi:type="dcterms:W3CDTF">2025-11-08T12:04:46Z</dcterms:modified>
</cp:coreProperties>
</file>